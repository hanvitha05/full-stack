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72" r:id="rId11"/>
    <p:sldId id="266" r:id="rId12"/>
    <p:sldId id="274" r:id="rId13"/>
    <p:sldId id="275" r:id="rId14"/>
    <p:sldId id="269" r:id="rId15"/>
    <p:sldId id="270" r:id="rId16"/>
    <p:sldId id="265" r:id="rId17"/>
  </p:sldIdLst>
  <p:sldSz cx="18288000" cy="10287000"/>
  <p:notesSz cx="6858000" cy="9144000"/>
  <p:embeddedFontLst>
    <p:embeddedFont>
      <p:font typeface="Calibri" pitchFamily="34" charset="0"/>
      <p:regular r:id="rId18"/>
      <p:bold r:id="rId19"/>
      <p:italic r:id="rId20"/>
      <p:boldItalic r:id="rId21"/>
    </p:embeddedFont>
    <p:embeddedFont>
      <p:font typeface="Cambria" pitchFamily="18" charset="0"/>
      <p:regular r:id="rId22"/>
      <p:bold r:id="rId23"/>
      <p:italic r:id="rId24"/>
      <p:boldItalic r:id="rId25"/>
    </p:embeddedFont>
    <p:embeddedFont>
      <p:font typeface="Bookman Old Style" pitchFamily="18" charset="0"/>
      <p:regular r:id="rId26"/>
      <p:bold r:id="rId27"/>
      <p:italic r:id="rId28"/>
      <p:boldItalic r:id="rId29"/>
    </p:embeddedFont>
    <p:embeddedFont>
      <p:font typeface="Gotham" charset="0"/>
      <p:regular r:id="rId30"/>
    </p:embeddedFont>
    <p:embeddedFont>
      <p:font typeface="Gotham Bold Italics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6" d="100"/>
          <a:sy n="36" d="100"/>
        </p:scale>
        <p:origin x="-1296" y="-3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22-04-2026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689304" y="6054104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BINGAMALLA  HANVITHA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VTU25643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23UECS1026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S. HEMAMALINI, M.E., Ph.D. 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60176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76200" y="207656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2400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2" name="Freeform 45">
            <a:extLst>
              <a:ext uri="{FF2B5EF4-FFF2-40B4-BE49-F238E27FC236}">
                <a16:creationId xmlns=""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A2E54259-BA97-32E0-9716-8A7F9DE9A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441" y="1186505"/>
            <a:ext cx="15515786" cy="840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 is a web-based application for managing college events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platform for students and administrators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can: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Register online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Track their participation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Admins can: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Add, edit, and delete events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Manage event details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View upcoming events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View registration statistics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improves event coordination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using: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Spring Boot, Spring MVC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Spring Data JPA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HTML, CSS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secure, scalable, and user-friendly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United Nations SDG 4 – Quality Education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Freeform 45">
            <a:extLst>
              <a:ext uri="{FF2B5EF4-FFF2-40B4-BE49-F238E27FC236}">
                <a16:creationId xmlns=""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D121BEB-F6A4-A491-F477-E2C80E926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812" y="1479043"/>
            <a:ext cx="15788836" cy="7755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many educational institutions, campus events such as workshops, seminars, and technical programs are managed using manual methods or fragmented digital platforms.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Students often face challenges in registering for events and tracking their participation, leading to reduced engagement.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Administrators encounter issues in efficiently managing event details, handling registrations, and maintaining records.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absence of a centralized platform results in: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Ineffective communication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Increased chances of errors and data inconsistency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Difficulty in monitoring and analyzing event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Additionally, there is no streamlined way to generate insights such as registration statistics or event success metrics.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lack of a unified system creates difficulties for students in accessing accurate, timely, and organized event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Therefore, there is a need for a centralized, automated, and user-friendly system that simplifies event management and enhances student participation.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=""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45">
            <a:extLst>
              <a:ext uri="{FF2B5EF4-FFF2-40B4-BE49-F238E27FC236}">
                <a16:creationId xmlns=""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B34C15D-66AB-AAAB-8100-8D99EBEA6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5586" y="1845784"/>
            <a:ext cx="11695830" cy="386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 students to view and register for events easily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 admins with tools to create, update, and delete events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 communication and participation in campus activities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 a secure and user-friendly platform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Support United Nations SDG 4 – Quality Education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 a centralized system to manage campus events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=""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4263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Freeform 45">
            <a:extLst>
              <a:ext uri="{FF2B5EF4-FFF2-40B4-BE49-F238E27FC236}">
                <a16:creationId xmlns=""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A1F036F-6622-9359-EA9B-10AED3258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753" y="2082736"/>
            <a:ext cx="16267595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7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a real-time event dashboard showing upcoming and trending events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Introduces a role-based system with separate access for students and administrators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Implements automated registration handling, reducing delays and manual errors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Supports event capacity management (limit number of participants)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Enables feedback collection after events to improve future planning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Includes notification features (alerts/reminders for registered events)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Offers data analytics such as participation trends and popular event categories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Ensures scalability, allowing the system to handle increasing users and events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Designed with a responsive interface, making it accessible on mobile and desktop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5a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=""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5" name="Freeform 45">
            <a:extLst>
              <a:ext uri="{FF2B5EF4-FFF2-40B4-BE49-F238E27FC236}">
                <a16:creationId xmlns=""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  <p:pic>
        <p:nvPicPr>
          <p:cNvPr id="34" name="Picture 33">
            <a:extLst>
              <a:ext uri="{FF2B5EF4-FFF2-40B4-BE49-F238E27FC236}">
                <a16:creationId xmlns="" xmlns:a16="http://schemas.microsoft.com/office/drawing/2014/main" id="{749FAEA9-1BCF-FA14-D956-28FBF8F54B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530" y="1870509"/>
            <a:ext cx="10994424" cy="7329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=""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reeform 45">
            <a:extLst>
              <a:ext uri="{FF2B5EF4-FFF2-40B4-BE49-F238E27FC236}">
                <a16:creationId xmlns=""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E351B35-F248-3650-0A18-3B35C197A5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373" y="1638300"/>
            <a:ext cx="12007253" cy="80048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=""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Freeform 45">
            <a:extLst>
              <a:ext uri="{FF2B5EF4-FFF2-40B4-BE49-F238E27FC236}">
                <a16:creationId xmlns=""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034BC2E-DFF4-5801-097C-1A375DC86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3856" y="1472785"/>
            <a:ext cx="6855466" cy="8217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Frontend:</a:t>
            </a:r>
            <a:b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</a:t>
            </a:r>
            <a:r>
              <a:rPr kumimoji="0" lang="en-US" altLang="en-US" sz="33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Bootstrap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Database:</a:t>
            </a:r>
            <a:b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Backend:</a:t>
            </a:r>
            <a:b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Java, Spring Boot, Spring MVC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ORM Framework:</a:t>
            </a:r>
            <a:b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Data JPA (Hibernate)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Security:</a:t>
            </a:r>
            <a:b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 (Basic Authentication)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Build Tool:</a:t>
            </a:r>
            <a:b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Maven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Server:</a:t>
            </a:r>
            <a:b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Embedded Tomcat Server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Tools/IDE:</a:t>
            </a:r>
            <a:b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8a</a:t>
              </a:r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4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5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6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7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0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3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16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8201397" y="465626"/>
            <a:ext cx="8932970" cy="93194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133600" y="2095500"/>
            <a:ext cx="15082325" cy="7124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Student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and search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for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registered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notifications/reminders </a:t>
            </a: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Admin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and authentication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Add, update, delete events (CRUD)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event details and registrations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reports and analytics</a:t>
            </a:r>
          </a:p>
          <a:p>
            <a:pPr algn="just">
              <a:lnSpc>
                <a:spcPct val="150000"/>
              </a:lnSpc>
            </a:pP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Freeform 45">
            <a:extLst>
              <a:ext uri="{FF2B5EF4-FFF2-40B4-BE49-F238E27FC236}">
                <a16:creationId xmlns=""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8b</a:t>
              </a:r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4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5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6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7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0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3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16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8201397" y="465626"/>
            <a:ext cx="8932970" cy="93194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133600" y="2247900"/>
            <a:ext cx="15082325" cy="601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Event Management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manage event data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filter events (date, type, department)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event capacity and details </a:t>
            </a: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Database &amp; Security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event, student, and registration data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consistency and integrity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authentication and authorization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system access</a:t>
            </a:r>
          </a:p>
        </p:txBody>
      </p:sp>
      <p:sp>
        <p:nvSpPr>
          <p:cNvPr id="35" name="Freeform 45">
            <a:extLst>
              <a:ext uri="{FF2B5EF4-FFF2-40B4-BE49-F238E27FC236}">
                <a16:creationId xmlns=""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90600" y="6743700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GB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=""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" name="Group 7"/>
          <p:cNvGrpSpPr/>
          <p:nvPr/>
        </p:nvGrpSpPr>
        <p:grpSpPr>
          <a:xfrm>
            <a:off x="762000" y="7353300"/>
            <a:ext cx="992463" cy="992463"/>
            <a:chOff x="0" y="0"/>
            <a:chExt cx="812800" cy="812800"/>
          </a:xfrm>
        </p:grpSpPr>
        <p:sp>
          <p:nvSpPr>
            <p:cNvPr id="39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40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GB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9a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DB0BD2-84CD-09B6-AE14-ECE6E69C01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263" y="1904666"/>
            <a:ext cx="14932174" cy="689416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=""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3" name="Group 13">
            <a:extLst>
              <a:ext uri="{FF2B5EF4-FFF2-40B4-BE49-F238E27FC236}">
                <a16:creationId xmlns=""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4" name="Group 16">
            <a:extLst>
              <a:ext uri="{FF2B5EF4-FFF2-40B4-BE49-F238E27FC236}">
                <a16:creationId xmlns=""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=""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6" name="Group 22">
            <a:extLst>
              <a:ext uri="{FF2B5EF4-FFF2-40B4-BE49-F238E27FC236}">
                <a16:creationId xmlns=""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7" name="Group 25">
            <a:extLst>
              <a:ext uri="{FF2B5EF4-FFF2-40B4-BE49-F238E27FC236}">
                <a16:creationId xmlns=""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28">
            <a:extLst>
              <a:ext uri="{FF2B5EF4-FFF2-40B4-BE49-F238E27FC236}">
                <a16:creationId xmlns=""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9" name="Group 31">
            <a:extLst>
              <a:ext uri="{FF2B5EF4-FFF2-40B4-BE49-F238E27FC236}">
                <a16:creationId xmlns=""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90600" y="6743700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GB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=""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35">
            <a:extLst>
              <a:ext uri="{FF2B5EF4-FFF2-40B4-BE49-F238E27FC236}">
                <a16:creationId xmlns=""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7"/>
          <p:cNvGrpSpPr/>
          <p:nvPr/>
        </p:nvGrpSpPr>
        <p:grpSpPr>
          <a:xfrm>
            <a:off x="762000" y="7353300"/>
            <a:ext cx="992463" cy="992463"/>
            <a:chOff x="0" y="0"/>
            <a:chExt cx="812800" cy="812800"/>
          </a:xfrm>
        </p:grpSpPr>
        <p:sp>
          <p:nvSpPr>
            <p:cNvPr id="39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40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GB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9b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A705C4E9-4779-0869-6CD9-10826F7850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460" y="1791717"/>
            <a:ext cx="15556293" cy="705383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998101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=""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3" name="Group 13">
            <a:extLst>
              <a:ext uri="{FF2B5EF4-FFF2-40B4-BE49-F238E27FC236}">
                <a16:creationId xmlns=""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4" name="Group 16">
            <a:extLst>
              <a:ext uri="{FF2B5EF4-FFF2-40B4-BE49-F238E27FC236}">
                <a16:creationId xmlns=""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=""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6" name="Group 22">
            <a:extLst>
              <a:ext uri="{FF2B5EF4-FFF2-40B4-BE49-F238E27FC236}">
                <a16:creationId xmlns=""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7" name="Group 25">
            <a:extLst>
              <a:ext uri="{FF2B5EF4-FFF2-40B4-BE49-F238E27FC236}">
                <a16:creationId xmlns=""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28">
            <a:extLst>
              <a:ext uri="{FF2B5EF4-FFF2-40B4-BE49-F238E27FC236}">
                <a16:creationId xmlns=""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9" name="Group 31">
            <a:extLst>
              <a:ext uri="{FF2B5EF4-FFF2-40B4-BE49-F238E27FC236}">
                <a16:creationId xmlns=""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90600" y="6743700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GB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=""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35">
            <a:extLst>
              <a:ext uri="{FF2B5EF4-FFF2-40B4-BE49-F238E27FC236}">
                <a16:creationId xmlns=""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7"/>
          <p:cNvGrpSpPr/>
          <p:nvPr/>
        </p:nvGrpSpPr>
        <p:grpSpPr>
          <a:xfrm>
            <a:off x="762000" y="7353300"/>
            <a:ext cx="992463" cy="992463"/>
            <a:chOff x="0" y="0"/>
            <a:chExt cx="812800" cy="812800"/>
          </a:xfrm>
        </p:grpSpPr>
        <p:sp>
          <p:nvSpPr>
            <p:cNvPr id="39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40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GB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9c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0AA95DDD-1E75-698B-BC77-5151E77F38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564" y="2148904"/>
            <a:ext cx="14725736" cy="649190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998101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90600" y="6743700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GB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=""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16476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39" name="Group 7"/>
          <p:cNvGrpSpPr/>
          <p:nvPr/>
        </p:nvGrpSpPr>
        <p:grpSpPr>
          <a:xfrm>
            <a:off x="762000" y="7429500"/>
            <a:ext cx="992463" cy="992463"/>
            <a:chOff x="0" y="0"/>
            <a:chExt cx="812800" cy="812800"/>
          </a:xfrm>
        </p:grpSpPr>
        <p:sp>
          <p:nvSpPr>
            <p:cNvPr id="40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41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GB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9d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D3FCBDC-1588-7C10-F40A-8190FF4629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30" y="1959755"/>
            <a:ext cx="15365970" cy="698007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981187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=""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62000" y="8115300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=""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=""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GB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10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=""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=""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=""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=""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=""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=""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=""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=""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=""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=""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=""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=""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=""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=""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=""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=""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=""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=""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=""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=""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=""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=""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=""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=""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=""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=""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=""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=""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Group 29">
            <a:extLst>
              <a:ext uri="{FF2B5EF4-FFF2-40B4-BE49-F238E27FC236}">
                <a16:creationId xmlns=""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90600" y="7429500"/>
            <a:ext cx="508158" cy="543805"/>
            <a:chOff x="0" y="0"/>
            <a:chExt cx="812800" cy="869819"/>
          </a:xfrm>
        </p:grpSpPr>
        <p:sp>
          <p:nvSpPr>
            <p:cNvPr id="35" name="Freeform 30">
              <a:extLst>
                <a:ext uri="{FF2B5EF4-FFF2-40B4-BE49-F238E27FC236}">
                  <a16:creationId xmlns=""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1">
              <a:extLst>
                <a:ext uri="{FF2B5EF4-FFF2-40B4-BE49-F238E27FC236}">
                  <a16:creationId xmlns=""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GB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2152288" y="1504802"/>
            <a:ext cx="12039600" cy="817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system for managing all campus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paperwork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event registration for students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 and participation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data and analytics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scalable application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connectivity to access the system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and development cost is high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technical knowledge for maintenance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system/server availability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features without further upgrades</a:t>
            </a:r>
          </a:p>
        </p:txBody>
      </p:sp>
    </p:spTree>
    <p:extLst>
      <p:ext uri="{BB962C8B-B14F-4D97-AF65-F5344CB8AC3E}">
        <p14:creationId xmlns="" xmlns:p14="http://schemas.microsoft.com/office/powerpoint/2010/main" val="1838976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731</Words>
  <Application>Microsoft Office PowerPoint</Application>
  <PresentationFormat>Custom</PresentationFormat>
  <Paragraphs>277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Cambria</vt:lpstr>
      <vt:lpstr>Bookman Old Style</vt:lpstr>
      <vt:lpstr>Times New Roman</vt:lpstr>
      <vt:lpstr>Gotham</vt:lpstr>
      <vt:lpstr>Wingdings</vt:lpstr>
      <vt:lpstr>Gotham Bold Italics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hanvitha bingimalla</dc:creator>
  <cp:lastModifiedBy>HP</cp:lastModifiedBy>
  <cp:revision>19</cp:revision>
  <dcterms:created xsi:type="dcterms:W3CDTF">2006-08-16T00:00:00Z</dcterms:created>
  <dcterms:modified xsi:type="dcterms:W3CDTF">2026-05-06T03:40:38Z</dcterms:modified>
  <dc:identifier>DAHCaYqJ9OU</dc:identifier>
</cp:coreProperties>
</file>