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7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Default Extension="fntdata" ContentType="application/x-fontdata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Override PartName="/ppt/notesSlides/notesSlide1.xml" ContentType="application/vnd.openxmlformats-officedocument.presentationml.notes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29"/>
  </p:notesMasterIdLst>
  <p:sldIdLst>
    <p:sldId id="256" r:id="rId2"/>
    <p:sldId id="257" r:id="rId3"/>
    <p:sldId id="258" r:id="rId4"/>
    <p:sldId id="259" r:id="rId5"/>
    <p:sldId id="261" r:id="rId6"/>
    <p:sldId id="275" r:id="rId7"/>
    <p:sldId id="262" r:id="rId8"/>
    <p:sldId id="263" r:id="rId9"/>
    <p:sldId id="264" r:id="rId10"/>
    <p:sldId id="274" r:id="rId11"/>
    <p:sldId id="269" r:id="rId12"/>
    <p:sldId id="277" r:id="rId13"/>
    <p:sldId id="279" r:id="rId14"/>
    <p:sldId id="267" r:id="rId15"/>
    <p:sldId id="278" r:id="rId16"/>
    <p:sldId id="268" r:id="rId17"/>
    <p:sldId id="280" r:id="rId18"/>
    <p:sldId id="272" r:id="rId19"/>
    <p:sldId id="281" r:id="rId20"/>
    <p:sldId id="271" r:id="rId21"/>
    <p:sldId id="282" r:id="rId22"/>
    <p:sldId id="283" r:id="rId23"/>
    <p:sldId id="284" r:id="rId24"/>
    <p:sldId id="273" r:id="rId25"/>
    <p:sldId id="285" r:id="rId26"/>
    <p:sldId id="270" r:id="rId27"/>
    <p:sldId id="265" r:id="rId28"/>
  </p:sldIdLst>
  <p:sldSz cx="18288000" cy="10287000"/>
  <p:notesSz cx="6858000" cy="9144000"/>
  <p:embeddedFontLst>
    <p:embeddedFont>
      <p:font typeface="Calibri" pitchFamily="34" charset="0"/>
      <p:regular r:id="rId30"/>
      <p:bold r:id="rId31"/>
      <p:italic r:id="rId32"/>
      <p:boldItalic r:id="rId33"/>
    </p:embeddedFont>
    <p:embeddedFont>
      <p:font typeface="Cambria" pitchFamily="18" charset="0"/>
      <p:regular r:id="rId34"/>
      <p:bold r:id="rId35"/>
      <p:italic r:id="rId36"/>
      <p:boldItalic r:id="rId37"/>
    </p:embeddedFont>
    <p:embeddedFont>
      <p:font typeface="Bookman Old Style" pitchFamily="18" charset="0"/>
      <p:regular r:id="rId38"/>
      <p:bold r:id="rId39"/>
      <p:italic r:id="rId40"/>
      <p:boldItalic r:id="rId41"/>
    </p:embeddedFont>
    <p:embeddedFont>
      <p:font typeface="Gotham" charset="0"/>
      <p:regular r:id="rId42"/>
    </p:embeddedFont>
    <p:embeddedFont>
      <p:font typeface="Gotham Bold Italics" charset="0"/>
      <p:regular r:id="rId4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="" xmlns:p14="http://schemas.microsoft.com/office/powerpoint/2010/main">
          <a:srgbClr val="FF0000"/>
        </p14:laserClr>
      </p:ext>
      <p:ext uri="{2FDB2607-1784-4EEB-B798-7EB5836EED8A}">
        <p14:showMediaCtrls xmlns="" xmlns:p14="http://schemas.microsoft.com/office/powerpoint/2010/main" val="1"/>
      </p:ext>
    </p:extLst>
  </p:showPr>
  <p:clrMru>
    <a:srgbClr val="0033CC"/>
  </p:clrMru>
  <p:extLst>
    <p:ext uri="{E76CE94A-603C-4142-B9EB-6D1370010A27}">
      <p14:discardImageEditData xmlns="" xmlns:p14="http://schemas.microsoft.com/office/powerpoint/2010/main" val="0"/>
    </p:ext>
    <p:ext uri="{D31A062A-798A-4329-ABDD-BBA856620510}">
      <p14:defaultImageDpi xmlns="" xmlns:p14="http://schemas.microsoft.com/office/powerpoint/2010/main" val="220"/>
    </p:ext>
    <p:ext uri="{FD5EFAAD-0ECE-453E-9831-46B23BE46B34}">
      <p15:chartTrackingRefBased xmlns=""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>
        <p:scale>
          <a:sx n="35" d="100"/>
          <a:sy n="35" d="100"/>
        </p:scale>
        <p:origin x="-1356" y="-41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10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font" Target="fonts/font5.fntdata"/><Relationship Id="rId42" Type="http://schemas.openxmlformats.org/officeDocument/2006/relationships/font" Target="fonts/font13.fntdata"/><Relationship Id="rId47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4.fntdata"/><Relationship Id="rId38" Type="http://schemas.openxmlformats.org/officeDocument/2006/relationships/font" Target="fonts/font9.fntdata"/><Relationship Id="rId46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41" Type="http://schemas.openxmlformats.org/officeDocument/2006/relationships/font" Target="fonts/font12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3.fntdata"/><Relationship Id="rId37" Type="http://schemas.openxmlformats.org/officeDocument/2006/relationships/font" Target="fonts/font8.fntdata"/><Relationship Id="rId40" Type="http://schemas.openxmlformats.org/officeDocument/2006/relationships/font" Target="fonts/font11.fntdata"/><Relationship Id="rId45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7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2.fntdata"/><Relationship Id="rId44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font" Target="fonts/font1.fntdata"/><Relationship Id="rId35" Type="http://schemas.openxmlformats.org/officeDocument/2006/relationships/font" Target="fonts/font6.fntdata"/><Relationship Id="rId43" Type="http://schemas.openxmlformats.org/officeDocument/2006/relationships/font" Target="fonts/font14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25F3B78-621D-4974-9253-84449C6BA9E2}" type="datetimeFigureOut">
              <a:rPr lang="en-IN" smtClean="0"/>
              <a:pPr/>
              <a:t>05-05-2026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21A5D34-7D19-478F-843F-AB7EAB29B290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="" xmlns:p14="http://schemas.microsoft.com/office/powerpoint/2010/main" val="40399636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21A5D34-7D19-478F-843F-AB7EAB29B290}" type="slidenum">
              <a:rPr lang="en-IN" smtClean="0"/>
              <a:pPr/>
              <a:t>16</a:t>
            </a:fld>
            <a:endParaRPr lang="en-IN"/>
          </a:p>
        </p:txBody>
      </p:sp>
    </p:spTree>
    <p:extLst>
      <p:ext uri="{BB962C8B-B14F-4D97-AF65-F5344CB8AC3E}">
        <p14:creationId xmlns="" xmlns:p14="http://schemas.microsoft.com/office/powerpoint/2010/main" val="153306450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17E07AB2-94D6-F3CA-C046-18A138BA54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="" xmlns:a16="http://schemas.microsoft.com/office/drawing/2014/main" id="{7D8E9B20-9BBE-94F4-2177-39267E52801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="" xmlns:a16="http://schemas.microsoft.com/office/drawing/2014/main" id="{82AF19FD-9D03-88D9-09A1-B13FB00DC40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51556835-4503-BEE6-21D1-F8BD9978D6E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21A5D34-7D19-478F-843F-AB7EAB29B290}" type="slidenum">
              <a:rPr lang="en-IN" smtClean="0"/>
              <a:pPr/>
              <a:t>17</a:t>
            </a:fld>
            <a:endParaRPr lang="en-IN"/>
          </a:p>
        </p:txBody>
      </p:sp>
    </p:spTree>
    <p:extLst>
      <p:ext uri="{BB962C8B-B14F-4D97-AF65-F5344CB8AC3E}">
        <p14:creationId xmlns="" xmlns:p14="http://schemas.microsoft.com/office/powerpoint/2010/main" val="334267901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5/5/2026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10"/>
          <p:cNvGrpSpPr/>
          <p:nvPr/>
        </p:nvGrpSpPr>
        <p:grpSpPr>
          <a:xfrm>
            <a:off x="11762088" y="-9632634"/>
            <a:ext cx="10994424" cy="10994424"/>
            <a:chOff x="0" y="0"/>
            <a:chExt cx="812800" cy="8128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-9965724" y="-1383136"/>
            <a:ext cx="10994424" cy="10994424"/>
            <a:chOff x="0" y="0"/>
            <a:chExt cx="812800" cy="81280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pic>
        <p:nvPicPr>
          <p:cNvPr id="23" name="Picture 22">
            <a:extLst>
              <a:ext uri="{FF2B5EF4-FFF2-40B4-BE49-F238E27FC236}">
                <a16:creationId xmlns="" xmlns:a16="http://schemas.microsoft.com/office/drawing/2014/main" id="{1194AAA3-5CF4-E695-04C9-0894FFF6F1F1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6799772" y="16492"/>
            <a:ext cx="4131816" cy="1784622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="" xmlns:a16="http://schemas.microsoft.com/office/drawing/2014/main" id="{BB0EB85C-D9CE-08DC-1131-77C9DD1A002D}"/>
              </a:ext>
            </a:extLst>
          </p:cNvPr>
          <p:cNvSpPr txBox="1"/>
          <p:nvPr/>
        </p:nvSpPr>
        <p:spPr>
          <a:xfrm>
            <a:off x="1360002" y="1608482"/>
            <a:ext cx="15925800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latin typeface="Cambria" panose="02040503050406030204" pitchFamily="18" charset="0"/>
                <a:ea typeface="Cambria" panose="02040503050406030204" pitchFamily="18" charset="0"/>
              </a:rPr>
              <a:t>Vel Tech Rangarajan Dr. Sagunthala R&amp;D Institute of Science and Technology</a:t>
            </a:r>
          </a:p>
          <a:p>
            <a:pPr algn="ctr"/>
            <a:r>
              <a:rPr lang="en-US" sz="3600" b="1" dirty="0">
                <a:latin typeface="Cambria" panose="02040503050406030204" pitchFamily="18" charset="0"/>
                <a:ea typeface="Cambria" panose="02040503050406030204" pitchFamily="18" charset="0"/>
              </a:rPr>
              <a:t>School of Computing </a:t>
            </a:r>
          </a:p>
          <a:p>
            <a:pPr algn="ctr"/>
            <a:r>
              <a:rPr lang="en-US" sz="3200" b="1" dirty="0">
                <a:latin typeface="Cambria" panose="02040503050406030204" pitchFamily="18" charset="0"/>
                <a:ea typeface="Cambria" panose="02040503050406030204" pitchFamily="18" charset="0"/>
              </a:rPr>
              <a:t>Department of Computer Science and Engineering</a:t>
            </a:r>
            <a:endParaRPr lang="en-IN" sz="3200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="" xmlns:a16="http://schemas.microsoft.com/office/drawing/2014/main" id="{55785AF5-58C8-2624-E1FD-4723B0683DE6}"/>
              </a:ext>
            </a:extLst>
          </p:cNvPr>
          <p:cNvSpPr txBox="1"/>
          <p:nvPr/>
        </p:nvSpPr>
        <p:spPr>
          <a:xfrm>
            <a:off x="1692835" y="3272357"/>
            <a:ext cx="1526013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dirty="0">
                <a:solidFill>
                  <a:srgbClr val="0033CC"/>
                </a:solidFill>
                <a:latin typeface="Bookman Old Style" panose="02050604050505020204" pitchFamily="18" charset="0"/>
              </a:rPr>
              <a:t>10211CS224 / FULL STACK APPLICATION DEVELOPMENT (JAVA)</a:t>
            </a:r>
            <a:endParaRPr lang="en-IN" sz="2800" b="1" dirty="0">
              <a:solidFill>
                <a:srgbClr val="0033CC"/>
              </a:solidFill>
              <a:latin typeface="Bookman Old Style" panose="02050604050505020204" pitchFamily="18" charset="0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="" xmlns:a16="http://schemas.microsoft.com/office/drawing/2014/main" id="{AC6C53BF-3850-6683-E07F-D595EC8B02B2}"/>
              </a:ext>
            </a:extLst>
          </p:cNvPr>
          <p:cNvSpPr txBox="1"/>
          <p:nvPr/>
        </p:nvSpPr>
        <p:spPr>
          <a:xfrm>
            <a:off x="3727757" y="3897940"/>
            <a:ext cx="11190289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6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END SEMESTER PROJECT REVIEW</a:t>
            </a:r>
          </a:p>
          <a:p>
            <a:pPr algn="ctr"/>
            <a:endParaRPr lang="en-IN" sz="3600" b="1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n-IN" sz="36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Date: 06-05-2026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="" xmlns:a16="http://schemas.microsoft.com/office/drawing/2014/main" id="{7FFE0DA2-4723-7C13-5FD7-FC99B0394DDD}"/>
              </a:ext>
            </a:extLst>
          </p:cNvPr>
          <p:cNvSpPr txBox="1"/>
          <p:nvPr/>
        </p:nvSpPr>
        <p:spPr>
          <a:xfrm>
            <a:off x="1501640" y="6057900"/>
            <a:ext cx="1578416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SMART CAMPUS EVENT MANAGEMENT SYSTEM</a:t>
            </a:r>
            <a:endParaRPr lang="en-IN" sz="32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="" xmlns:a16="http://schemas.microsoft.com/office/drawing/2014/main" id="{EA8EEF4A-EB43-B7D9-87FC-7C7D752BCA78}"/>
              </a:ext>
            </a:extLst>
          </p:cNvPr>
          <p:cNvSpPr txBox="1"/>
          <p:nvPr/>
        </p:nvSpPr>
        <p:spPr>
          <a:xfrm>
            <a:off x="893870" y="7800539"/>
            <a:ext cx="906780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3000" b="1" dirty="0">
                <a:latin typeface="Cambria" panose="02040503050406030204" pitchFamily="18" charset="0"/>
                <a:ea typeface="Cambria" panose="02040503050406030204" pitchFamily="18" charset="0"/>
              </a:rPr>
              <a:t>Presented By:</a:t>
            </a:r>
          </a:p>
          <a:p>
            <a:pPr>
              <a:lnSpc>
                <a:spcPct val="150000"/>
              </a:lnSpc>
            </a:pPr>
            <a:r>
              <a:rPr lang="en-US" sz="3000" dirty="0" smtClean="0">
                <a:latin typeface="Cambria" panose="02040503050406030204" pitchFamily="18" charset="0"/>
                <a:ea typeface="Cambria" panose="02040503050406030204" pitchFamily="18" charset="0"/>
              </a:rPr>
              <a:t>BINGAMALLA HANVITHA </a:t>
            </a:r>
            <a:r>
              <a:rPr lang="en-US" sz="3000" dirty="0">
                <a:latin typeface="Cambria" panose="02040503050406030204" pitchFamily="18" charset="0"/>
                <a:ea typeface="Cambria" panose="02040503050406030204" pitchFamily="18" charset="0"/>
              </a:rPr>
              <a:t>– </a:t>
            </a:r>
            <a:r>
              <a:rPr lang="en-US" sz="3000" dirty="0" smtClean="0">
                <a:latin typeface="Cambria" panose="02040503050406030204" pitchFamily="18" charset="0"/>
                <a:ea typeface="Cambria" panose="02040503050406030204" pitchFamily="18" charset="0"/>
              </a:rPr>
              <a:t>VTU25643– 23UECS1026</a:t>
            </a:r>
            <a:endParaRPr lang="en-IN" sz="30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="" xmlns:a16="http://schemas.microsoft.com/office/drawing/2014/main" id="{6FF32D1A-2F9C-AC53-CCBD-ABF748DF236F}"/>
              </a:ext>
            </a:extLst>
          </p:cNvPr>
          <p:cNvSpPr txBox="1"/>
          <p:nvPr/>
        </p:nvSpPr>
        <p:spPr>
          <a:xfrm>
            <a:off x="10945035" y="7818586"/>
            <a:ext cx="6914603" cy="2776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3000" b="1" dirty="0">
                <a:latin typeface="Cambria" panose="02040503050406030204" pitchFamily="18" charset="0"/>
                <a:ea typeface="Cambria" panose="02040503050406030204" pitchFamily="18" charset="0"/>
              </a:rPr>
              <a:t>Courses Handling Faculty:</a:t>
            </a:r>
          </a:p>
          <a:p>
            <a:pPr>
              <a:lnSpc>
                <a:spcPct val="150000"/>
              </a:lnSpc>
            </a:pPr>
            <a:r>
              <a:rPr lang="en-US" sz="3000" dirty="0">
                <a:latin typeface="Cambria" panose="02040503050406030204" pitchFamily="18" charset="0"/>
                <a:ea typeface="Cambria" panose="02040503050406030204" pitchFamily="18" charset="0"/>
              </a:rPr>
              <a:t>Dr. S. HEMAMALINI, M.E., Ph.D.  </a:t>
            </a:r>
          </a:p>
          <a:p>
            <a:pPr>
              <a:lnSpc>
                <a:spcPct val="150000"/>
              </a:lnSpc>
            </a:pPr>
            <a:r>
              <a:rPr lang="en-US" sz="3000" dirty="0">
                <a:latin typeface="Cambria" panose="02040503050406030204" pitchFamily="18" charset="0"/>
                <a:ea typeface="Cambria" panose="02040503050406030204" pitchFamily="18" charset="0"/>
              </a:rPr>
              <a:t>Assistant Professor</a:t>
            </a:r>
            <a:endParaRPr lang="en-IN" sz="3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>
              <a:lnSpc>
                <a:spcPct val="150000"/>
              </a:lnSpc>
            </a:pPr>
            <a:endParaRPr lang="en-IN" sz="30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="" xmlns:a16="http://schemas.microsoft.com/office/drawing/2014/main" id="{A7AA51DE-E8D7-A1B4-BC0D-B25C8A0C467A}"/>
              </a:ext>
            </a:extLst>
          </p:cNvPr>
          <p:cNvSpPr txBox="1"/>
          <p:nvPr/>
        </p:nvSpPr>
        <p:spPr>
          <a:xfrm>
            <a:off x="2209800" y="6972300"/>
            <a:ext cx="1474317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</a:rPr>
              <a:t>SDG:  SDG  No - SDG4 – Quality Education</a:t>
            </a:r>
            <a:endParaRPr lang="en-IN" sz="2000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9"/>
          <p:cNvGrpSpPr/>
          <p:nvPr/>
        </p:nvGrpSpPr>
        <p:grpSpPr>
          <a:xfrm>
            <a:off x="706082" y="1952203"/>
            <a:ext cx="992463" cy="992463"/>
            <a:chOff x="0" y="0"/>
            <a:chExt cx="812800" cy="8128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 dirty="0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948235" y="4447339"/>
            <a:ext cx="508158" cy="543805"/>
            <a:chOff x="0" y="0"/>
            <a:chExt cx="812800" cy="869819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948235" y="3107362"/>
            <a:ext cx="508158" cy="543805"/>
            <a:chOff x="0" y="0"/>
            <a:chExt cx="812800" cy="869819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948235" y="5115753"/>
            <a:ext cx="508158" cy="543805"/>
            <a:chOff x="0" y="0"/>
            <a:chExt cx="812800" cy="869819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948235" y="3776486"/>
            <a:ext cx="508158" cy="543805"/>
            <a:chOff x="0" y="0"/>
            <a:chExt cx="812800" cy="869819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948235" y="6455730"/>
            <a:ext cx="508158" cy="543805"/>
            <a:chOff x="0" y="0"/>
            <a:chExt cx="812800" cy="869819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948235" y="5784877"/>
            <a:ext cx="508158" cy="543805"/>
            <a:chOff x="0" y="0"/>
            <a:chExt cx="812800" cy="869819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 dirty="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948235" y="7123361"/>
            <a:ext cx="508158" cy="543805"/>
            <a:chOff x="0" y="0"/>
            <a:chExt cx="812800" cy="869819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948235" y="7790991"/>
            <a:ext cx="508158" cy="543805"/>
            <a:chOff x="0" y="0"/>
            <a:chExt cx="812800" cy="869819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="" xmlns:a16="http://schemas.microsoft.com/office/drawing/2014/main" id="{DE796552-E8BF-2718-F921-20F9BAE7EE98}"/>
              </a:ext>
            </a:extLst>
          </p:cNvPr>
          <p:cNvSpPr txBox="1"/>
          <p:nvPr/>
        </p:nvSpPr>
        <p:spPr>
          <a:xfrm>
            <a:off x="152400" y="342900"/>
            <a:ext cx="158496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="" xmlns:a16="http://schemas.microsoft.com/office/drawing/2014/main" id="{837E9E58-77B6-079D-9D0D-E380CADAD23D}"/>
              </a:ext>
            </a:extLst>
          </p:cNvPr>
          <p:cNvSpPr txBox="1"/>
          <p:nvPr/>
        </p:nvSpPr>
        <p:spPr>
          <a:xfrm>
            <a:off x="2209800" y="1173897"/>
            <a:ext cx="15082325" cy="138807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Smart Campus Event Management System is a web-based application for managing college events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a centralized platform for students and administrators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Students can: 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Register online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Track their participation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Admins can: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Add, edit, and delete events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Manage event details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View upcoming events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View registration statistics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Reduces manual work and improves event coordination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Built using: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Spring Boot, Spring MVC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Spring Data JPA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Thymeleaf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HTML, CSS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Ensures secure, scalable, and user-friendly system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Supports United Nations SDG 4 – Quality Education </a:t>
            </a:r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  <p:grpSp>
        <p:nvGrpSpPr>
          <p:cNvPr id="6" name="Group 37">
            <a:extLst>
              <a:ext uri="{FF2B5EF4-FFF2-40B4-BE49-F238E27FC236}">
                <a16:creationId xmlns="" xmlns:a16="http://schemas.microsoft.com/office/drawing/2014/main" id="{E5F04D9D-308A-3183-6836-B0EC5388A6D1}"/>
              </a:ext>
            </a:extLst>
          </p:cNvPr>
          <p:cNvGrpSpPr/>
          <p:nvPr/>
        </p:nvGrpSpPr>
        <p:grpSpPr>
          <a:xfrm>
            <a:off x="14020800" y="-8142801"/>
            <a:ext cx="10994424" cy="10994424"/>
            <a:chOff x="0" y="0"/>
            <a:chExt cx="812800" cy="812800"/>
          </a:xfrm>
        </p:grpSpPr>
        <p:sp>
          <p:nvSpPr>
            <p:cNvPr id="7" name="Freeform 38">
              <a:extLst>
                <a:ext uri="{FF2B5EF4-FFF2-40B4-BE49-F238E27FC236}">
                  <a16:creationId xmlns="" xmlns:a16="http://schemas.microsoft.com/office/drawing/2014/main" id="{DD6C4498-CEE7-2D27-F0C3-97EBEC11E866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30" name="TextBox 39">
              <a:extLst>
                <a:ext uri="{FF2B5EF4-FFF2-40B4-BE49-F238E27FC236}">
                  <a16:creationId xmlns="" xmlns:a16="http://schemas.microsoft.com/office/drawing/2014/main" id="{2238B763-36E8-D0F8-087D-09B56E0E974D}"/>
                </a:ext>
              </a:extLst>
            </p:cNvPr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extBox 46">
            <a:extLst>
              <a:ext uri="{FF2B5EF4-FFF2-40B4-BE49-F238E27FC236}">
                <a16:creationId xmlns="" xmlns:a16="http://schemas.microsoft.com/office/drawing/2014/main" id="{A8A7B8E9-D90B-1CF8-14D3-8D2483CAFC58}"/>
              </a:ext>
            </a:extLst>
          </p:cNvPr>
          <p:cNvSpPr txBox="1"/>
          <p:nvPr/>
        </p:nvSpPr>
        <p:spPr>
          <a:xfrm>
            <a:off x="0" y="1216416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1" name="Group 11"/>
          <p:cNvGrpSpPr/>
          <p:nvPr/>
        </p:nvGrpSpPr>
        <p:grpSpPr>
          <a:xfrm>
            <a:off x="709357" y="2648112"/>
            <a:ext cx="992463" cy="992463"/>
            <a:chOff x="0" y="0"/>
            <a:chExt cx="812800" cy="8128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13" name="TextBox 13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951509" y="4428296"/>
            <a:ext cx="508158" cy="543805"/>
            <a:chOff x="0" y="0"/>
            <a:chExt cx="812800" cy="869819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951509" y="1982349"/>
            <a:ext cx="508158" cy="543805"/>
            <a:chOff x="0" y="0"/>
            <a:chExt cx="812800" cy="869819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951509" y="5094059"/>
            <a:ext cx="508158" cy="543805"/>
            <a:chOff x="0" y="0"/>
            <a:chExt cx="812800" cy="869819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951509" y="3762533"/>
            <a:ext cx="508158" cy="543805"/>
            <a:chOff x="0" y="0"/>
            <a:chExt cx="812800" cy="869819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951509" y="6425585"/>
            <a:ext cx="508158" cy="543805"/>
            <a:chOff x="0" y="0"/>
            <a:chExt cx="812800" cy="869819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951509" y="5759822"/>
            <a:ext cx="508158" cy="543805"/>
            <a:chOff x="0" y="0"/>
            <a:chExt cx="812800" cy="869819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951509" y="7093216"/>
            <a:ext cx="508158" cy="543805"/>
            <a:chOff x="0" y="0"/>
            <a:chExt cx="812800" cy="869819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951509" y="7760846"/>
            <a:ext cx="508158" cy="543805"/>
            <a:chOff x="0" y="0"/>
            <a:chExt cx="812800" cy="869819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48" name="TextBox 47">
            <a:extLst>
              <a:ext uri="{FF2B5EF4-FFF2-40B4-BE49-F238E27FC236}">
                <a16:creationId xmlns="" xmlns:a16="http://schemas.microsoft.com/office/drawing/2014/main" id="{BDE2941C-1504-53F9-99B2-48002CA9A345}"/>
              </a:ext>
            </a:extLst>
          </p:cNvPr>
          <p:cNvSpPr txBox="1"/>
          <p:nvPr/>
        </p:nvSpPr>
        <p:spPr>
          <a:xfrm>
            <a:off x="2206526" y="2465101"/>
            <a:ext cx="15082325" cy="139422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 many educational institutions, campus events such as workshops, seminars, and technical programs are managed using manual methods or fragmented digital platforms.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Students often face challenges in registering for events and tracking their participation, leading to reduced engagement.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Administrators encounter issues in efficiently managing event details, handling registrations, and maintaining records.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absence of a centralized platform results in: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Ineffective communication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Increased chances of errors and data inconsistency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Difficulty in monitoring and analyzing event performance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Additionally, there is no streamlined way to generate insights such as registration statistics or event success metrics.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This lack of a unified system creates difficulties for students in accessing accurate, timely, and organized event information.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Therefore, there is a need for a centralized, automated, and user-friendly system that simplifies event management and enhances student participation. </a:t>
            </a:r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  <p:grpSp>
        <p:nvGrpSpPr>
          <p:cNvPr id="3" name="Group 37">
            <a:extLst>
              <a:ext uri="{FF2B5EF4-FFF2-40B4-BE49-F238E27FC236}">
                <a16:creationId xmlns="" xmlns:a16="http://schemas.microsoft.com/office/drawing/2014/main" id="{2FF1B020-E599-4243-0745-94658C4B75D2}"/>
              </a:ext>
            </a:extLst>
          </p:cNvPr>
          <p:cNvGrpSpPr/>
          <p:nvPr/>
        </p:nvGrpSpPr>
        <p:grpSpPr>
          <a:xfrm>
            <a:off x="14020800" y="-8142801"/>
            <a:ext cx="10994424" cy="10994424"/>
            <a:chOff x="0" y="0"/>
            <a:chExt cx="812800" cy="812800"/>
          </a:xfrm>
        </p:grpSpPr>
        <p:sp>
          <p:nvSpPr>
            <p:cNvPr id="4" name="Freeform 38">
              <a:extLst>
                <a:ext uri="{FF2B5EF4-FFF2-40B4-BE49-F238E27FC236}">
                  <a16:creationId xmlns="" xmlns:a16="http://schemas.microsoft.com/office/drawing/2014/main" id="{8D5722D6-1AB3-AFC3-50FD-97E032A64A83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5" name="TextBox 39">
              <a:extLst>
                <a:ext uri="{FF2B5EF4-FFF2-40B4-BE49-F238E27FC236}">
                  <a16:creationId xmlns="" xmlns:a16="http://schemas.microsoft.com/office/drawing/2014/main" id="{8C494B58-803A-A1A0-E7D1-2C6625F9E9EF}"/>
                </a:ext>
              </a:extLst>
            </p:cNvPr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/>
          <p:cNvGrpSpPr/>
          <p:nvPr/>
        </p:nvGrpSpPr>
        <p:grpSpPr>
          <a:xfrm>
            <a:off x="709357" y="3315742"/>
            <a:ext cx="992463" cy="992463"/>
            <a:chOff x="0" y="0"/>
            <a:chExt cx="812800" cy="8128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951509" y="4428296"/>
            <a:ext cx="508158" cy="543805"/>
            <a:chOff x="0" y="0"/>
            <a:chExt cx="812800" cy="869819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951509" y="1982349"/>
            <a:ext cx="508158" cy="543805"/>
            <a:chOff x="0" y="0"/>
            <a:chExt cx="812800" cy="869819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951509" y="5094059"/>
            <a:ext cx="508158" cy="543805"/>
            <a:chOff x="0" y="0"/>
            <a:chExt cx="812800" cy="869819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951509" y="2648112"/>
            <a:ext cx="508158" cy="543805"/>
            <a:chOff x="0" y="0"/>
            <a:chExt cx="812800" cy="869819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951509" y="6425585"/>
            <a:ext cx="508158" cy="543805"/>
            <a:chOff x="0" y="0"/>
            <a:chExt cx="812800" cy="869819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951509" y="5759822"/>
            <a:ext cx="508158" cy="543805"/>
            <a:chOff x="0" y="0"/>
            <a:chExt cx="812800" cy="869819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951509" y="7093216"/>
            <a:ext cx="508158" cy="543805"/>
            <a:chOff x="0" y="0"/>
            <a:chExt cx="812800" cy="869819"/>
          </a:xfrm>
        </p:grpSpPr>
        <p:sp>
          <p:nvSpPr>
            <p:cNvPr id="42" name="Freeform 4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951509" y="7760846"/>
            <a:ext cx="508158" cy="543805"/>
            <a:chOff x="0" y="0"/>
            <a:chExt cx="812800" cy="869819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50" name="TextBox 49">
            <a:extLst>
              <a:ext uri="{FF2B5EF4-FFF2-40B4-BE49-F238E27FC236}">
                <a16:creationId xmlns="" xmlns:a16="http://schemas.microsoft.com/office/drawing/2014/main" id="{5B915D36-EE4F-CB45-6DD3-E1B9C803EB40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OBJECTIVE(S)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3" name="Group 37">
            <a:extLst>
              <a:ext uri="{FF2B5EF4-FFF2-40B4-BE49-F238E27FC236}">
                <a16:creationId xmlns="" xmlns:a16="http://schemas.microsoft.com/office/drawing/2014/main" id="{CF58B49F-CF64-89F9-D6CB-EEBCFCA5C762}"/>
              </a:ext>
            </a:extLst>
          </p:cNvPr>
          <p:cNvGrpSpPr/>
          <p:nvPr/>
        </p:nvGrpSpPr>
        <p:grpSpPr>
          <a:xfrm>
            <a:off x="14020800" y="-8142801"/>
            <a:ext cx="10994424" cy="10994424"/>
            <a:chOff x="0" y="0"/>
            <a:chExt cx="812800" cy="812800"/>
          </a:xfrm>
        </p:grpSpPr>
        <p:sp>
          <p:nvSpPr>
            <p:cNvPr id="4" name="Freeform 38">
              <a:extLst>
                <a:ext uri="{FF2B5EF4-FFF2-40B4-BE49-F238E27FC236}">
                  <a16:creationId xmlns="" xmlns:a16="http://schemas.microsoft.com/office/drawing/2014/main" id="{BFE0BB44-45F2-A4A6-9B89-0E8576D6182D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5" name="TextBox 39">
              <a:extLst>
                <a:ext uri="{FF2B5EF4-FFF2-40B4-BE49-F238E27FC236}">
                  <a16:creationId xmlns="" xmlns:a16="http://schemas.microsoft.com/office/drawing/2014/main" id="{B7E50780-1EA1-5613-9DE5-1713C4D8E91F}"/>
                </a:ext>
              </a:extLst>
            </p:cNvPr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6" name="TextBox 5">
            <a:extLst>
              <a:ext uri="{FF2B5EF4-FFF2-40B4-BE49-F238E27FC236}">
                <a16:creationId xmlns="" xmlns:a16="http://schemas.microsoft.com/office/drawing/2014/main" id="{9C6502AF-CCC8-31E6-FA60-391BF4CC2DF4}"/>
              </a:ext>
            </a:extLst>
          </p:cNvPr>
          <p:cNvSpPr txBox="1"/>
          <p:nvPr/>
        </p:nvSpPr>
        <p:spPr>
          <a:xfrm>
            <a:off x="2254166" y="1696118"/>
            <a:ext cx="15082325" cy="107567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lvl="0" indent="-4572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lang="en-US" altLang="en-US" sz="3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3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Enable students to view and register for events easily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3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Provide admins with tools to create, update, and delete events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3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Improve communication and participation in campus activities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3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Ensure a secure and user-friendly platform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3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Support United Nations SDG 4 – Quality Education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3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Develop a centralized system to manage campus events </a:t>
            </a:r>
          </a:p>
          <a:p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709357" y="4655766"/>
            <a:ext cx="992463" cy="992463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951509" y="3320505"/>
            <a:ext cx="508158" cy="543805"/>
            <a:chOff x="0" y="0"/>
            <a:chExt cx="812800" cy="869819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951509" y="1987111"/>
            <a:ext cx="508158" cy="543805"/>
            <a:chOff x="0" y="0"/>
            <a:chExt cx="812800" cy="869819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951509" y="3988135"/>
            <a:ext cx="508158" cy="543805"/>
            <a:chOff x="0" y="0"/>
            <a:chExt cx="812800" cy="869819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951509" y="2652874"/>
            <a:ext cx="508158" cy="543805"/>
            <a:chOff x="0" y="0"/>
            <a:chExt cx="812800" cy="869819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951509" y="6430348"/>
            <a:ext cx="508158" cy="543805"/>
            <a:chOff x="0" y="0"/>
            <a:chExt cx="812800" cy="869819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951509" y="5764584"/>
            <a:ext cx="508158" cy="543805"/>
            <a:chOff x="0" y="0"/>
            <a:chExt cx="812800" cy="869819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951509" y="7088453"/>
            <a:ext cx="508158" cy="543805"/>
            <a:chOff x="0" y="0"/>
            <a:chExt cx="812800" cy="869819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951509" y="7756083"/>
            <a:ext cx="508158" cy="543805"/>
            <a:chOff x="0" y="0"/>
            <a:chExt cx="812800" cy="869819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11762088" y="-9632634"/>
            <a:ext cx="10994424" cy="10994424"/>
            <a:chOff x="0" y="0"/>
            <a:chExt cx="812800" cy="812800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2" name="TextBox 41">
            <a:extLst>
              <a:ext uri="{FF2B5EF4-FFF2-40B4-BE49-F238E27FC236}">
                <a16:creationId xmlns="" xmlns:a16="http://schemas.microsoft.com/office/drawing/2014/main" id="{A4B3B85F-0C7B-16B9-6D50-94A4DFD2D192}"/>
              </a:ext>
            </a:extLst>
          </p:cNvPr>
          <p:cNvSpPr txBox="1"/>
          <p:nvPr/>
        </p:nvSpPr>
        <p:spPr>
          <a:xfrm>
            <a:off x="0" y="486639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PROPOSED SYSTEM 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="" xmlns:a16="http://schemas.microsoft.com/office/drawing/2014/main" id="{25F9D4B0-38FE-DBA4-164D-1745B68379A5}"/>
              </a:ext>
            </a:extLst>
          </p:cNvPr>
          <p:cNvSpPr txBox="1"/>
          <p:nvPr/>
        </p:nvSpPr>
        <p:spPr>
          <a:xfrm>
            <a:off x="2212622" y="1987111"/>
            <a:ext cx="15082325" cy="111876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3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3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Provides a real-time event dashboard showing upcoming and trending events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3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Introduces a role-based system with separate access for students and administrators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3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Implements automated registration handling, reducing delays and manual errors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3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Supports event capacity management (limit number of participants)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3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Enables feedback collection after events to improve future planning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3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Includes notification features (alerts/reminders for registered events)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3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Offers data analytics such as participation trends and popular event categories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3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Ensures scalability, allowing the system to handle increasing users and events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3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Designed with a responsive interface, making it accessible on mobile and desktop </a:t>
            </a:r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9A17A136-6A07-CF00-6B40-2204893677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>
            <a:extLst>
              <a:ext uri="{FF2B5EF4-FFF2-40B4-BE49-F238E27FC236}">
                <a16:creationId xmlns="" xmlns:a16="http://schemas.microsoft.com/office/drawing/2014/main" id="{A4B3DC4E-60EB-7440-7469-51AB3F673E7C}"/>
              </a:ext>
            </a:extLst>
          </p:cNvPr>
          <p:cNvGrpSpPr/>
          <p:nvPr/>
        </p:nvGrpSpPr>
        <p:grpSpPr>
          <a:xfrm>
            <a:off x="709357" y="4655766"/>
            <a:ext cx="992463" cy="992463"/>
            <a:chOff x="0" y="0"/>
            <a:chExt cx="812800" cy="812800"/>
          </a:xfrm>
        </p:grpSpPr>
        <p:sp>
          <p:nvSpPr>
            <p:cNvPr id="6" name="Freeform 6">
              <a:extLst>
                <a:ext uri="{FF2B5EF4-FFF2-40B4-BE49-F238E27FC236}">
                  <a16:creationId xmlns="" xmlns:a16="http://schemas.microsoft.com/office/drawing/2014/main" id="{DB508042-2C11-264E-6B60-E6943A70A1D6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7" name="TextBox 7">
              <a:extLst>
                <a:ext uri="{FF2B5EF4-FFF2-40B4-BE49-F238E27FC236}">
                  <a16:creationId xmlns="" xmlns:a16="http://schemas.microsoft.com/office/drawing/2014/main" id="{86182274-0983-8C40-D3D5-ED11A9AF2C1D}"/>
                </a:ext>
              </a:extLst>
            </p:cNvPr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8" name="Group 8">
            <a:extLst>
              <a:ext uri="{FF2B5EF4-FFF2-40B4-BE49-F238E27FC236}">
                <a16:creationId xmlns="" xmlns:a16="http://schemas.microsoft.com/office/drawing/2014/main" id="{C30BCEE7-041A-6FB0-4B68-B5402A42D708}"/>
              </a:ext>
            </a:extLst>
          </p:cNvPr>
          <p:cNvGrpSpPr/>
          <p:nvPr/>
        </p:nvGrpSpPr>
        <p:grpSpPr>
          <a:xfrm>
            <a:off x="951509" y="3320505"/>
            <a:ext cx="508158" cy="543805"/>
            <a:chOff x="0" y="0"/>
            <a:chExt cx="812800" cy="869819"/>
          </a:xfrm>
        </p:grpSpPr>
        <p:sp>
          <p:nvSpPr>
            <p:cNvPr id="9" name="Freeform 9">
              <a:extLst>
                <a:ext uri="{FF2B5EF4-FFF2-40B4-BE49-F238E27FC236}">
                  <a16:creationId xmlns="" xmlns:a16="http://schemas.microsoft.com/office/drawing/2014/main" id="{6078EEAA-8F5C-AF2E-A657-BEFCC612194E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0" name="TextBox 10">
              <a:extLst>
                <a:ext uri="{FF2B5EF4-FFF2-40B4-BE49-F238E27FC236}">
                  <a16:creationId xmlns="" xmlns:a16="http://schemas.microsoft.com/office/drawing/2014/main" id="{4FE2489A-840B-6F31-BB81-3ED4EAB4DED9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1" name="Group 11">
            <a:extLst>
              <a:ext uri="{FF2B5EF4-FFF2-40B4-BE49-F238E27FC236}">
                <a16:creationId xmlns="" xmlns:a16="http://schemas.microsoft.com/office/drawing/2014/main" id="{4FA690E0-9F8E-DCF9-8624-887E81708493}"/>
              </a:ext>
            </a:extLst>
          </p:cNvPr>
          <p:cNvGrpSpPr/>
          <p:nvPr/>
        </p:nvGrpSpPr>
        <p:grpSpPr>
          <a:xfrm>
            <a:off x="951509" y="1987111"/>
            <a:ext cx="508158" cy="543805"/>
            <a:chOff x="0" y="0"/>
            <a:chExt cx="812800" cy="869819"/>
          </a:xfrm>
        </p:grpSpPr>
        <p:sp>
          <p:nvSpPr>
            <p:cNvPr id="12" name="Freeform 12">
              <a:extLst>
                <a:ext uri="{FF2B5EF4-FFF2-40B4-BE49-F238E27FC236}">
                  <a16:creationId xmlns="" xmlns:a16="http://schemas.microsoft.com/office/drawing/2014/main" id="{61BA7FD1-4F4D-24FC-514B-344447A7E487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3" name="TextBox 13">
              <a:extLst>
                <a:ext uri="{FF2B5EF4-FFF2-40B4-BE49-F238E27FC236}">
                  <a16:creationId xmlns="" xmlns:a16="http://schemas.microsoft.com/office/drawing/2014/main" id="{EF4463DD-3BEE-215D-8F3E-73C1D574AEAC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4" name="Group 14">
            <a:extLst>
              <a:ext uri="{FF2B5EF4-FFF2-40B4-BE49-F238E27FC236}">
                <a16:creationId xmlns="" xmlns:a16="http://schemas.microsoft.com/office/drawing/2014/main" id="{BECEFC82-64A1-804C-C42F-33E8C2A6E29F}"/>
              </a:ext>
            </a:extLst>
          </p:cNvPr>
          <p:cNvGrpSpPr/>
          <p:nvPr/>
        </p:nvGrpSpPr>
        <p:grpSpPr>
          <a:xfrm>
            <a:off x="951509" y="3988135"/>
            <a:ext cx="508158" cy="543805"/>
            <a:chOff x="0" y="0"/>
            <a:chExt cx="812800" cy="869819"/>
          </a:xfrm>
        </p:grpSpPr>
        <p:sp>
          <p:nvSpPr>
            <p:cNvPr id="15" name="Freeform 15">
              <a:extLst>
                <a:ext uri="{FF2B5EF4-FFF2-40B4-BE49-F238E27FC236}">
                  <a16:creationId xmlns="" xmlns:a16="http://schemas.microsoft.com/office/drawing/2014/main" id="{8BB22E96-1BE0-8CF4-F92B-3788BF2AA300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6" name="TextBox 16">
              <a:extLst>
                <a:ext uri="{FF2B5EF4-FFF2-40B4-BE49-F238E27FC236}">
                  <a16:creationId xmlns="" xmlns:a16="http://schemas.microsoft.com/office/drawing/2014/main" id="{9FD57AAC-A38B-C215-CFB7-64C93475AA23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7" name="Group 17">
            <a:extLst>
              <a:ext uri="{FF2B5EF4-FFF2-40B4-BE49-F238E27FC236}">
                <a16:creationId xmlns="" xmlns:a16="http://schemas.microsoft.com/office/drawing/2014/main" id="{DFE14616-D7F9-CACB-62AE-C7621019C6B0}"/>
              </a:ext>
            </a:extLst>
          </p:cNvPr>
          <p:cNvGrpSpPr/>
          <p:nvPr/>
        </p:nvGrpSpPr>
        <p:grpSpPr>
          <a:xfrm>
            <a:off x="951509" y="2652874"/>
            <a:ext cx="508158" cy="543805"/>
            <a:chOff x="0" y="0"/>
            <a:chExt cx="812800" cy="869819"/>
          </a:xfrm>
        </p:grpSpPr>
        <p:sp>
          <p:nvSpPr>
            <p:cNvPr id="18" name="Freeform 18">
              <a:extLst>
                <a:ext uri="{FF2B5EF4-FFF2-40B4-BE49-F238E27FC236}">
                  <a16:creationId xmlns="" xmlns:a16="http://schemas.microsoft.com/office/drawing/2014/main" id="{54B154FC-66F9-EA25-4A38-FFF2E427DDA7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9" name="TextBox 19">
              <a:extLst>
                <a:ext uri="{FF2B5EF4-FFF2-40B4-BE49-F238E27FC236}">
                  <a16:creationId xmlns="" xmlns:a16="http://schemas.microsoft.com/office/drawing/2014/main" id="{1BC8BC87-754A-5C56-9F0F-81F6FB383F15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0" name="Group 20">
            <a:extLst>
              <a:ext uri="{FF2B5EF4-FFF2-40B4-BE49-F238E27FC236}">
                <a16:creationId xmlns="" xmlns:a16="http://schemas.microsoft.com/office/drawing/2014/main" id="{9F4EDF83-4E96-949B-73A0-9D3A6CD91E65}"/>
              </a:ext>
            </a:extLst>
          </p:cNvPr>
          <p:cNvGrpSpPr/>
          <p:nvPr/>
        </p:nvGrpSpPr>
        <p:grpSpPr>
          <a:xfrm>
            <a:off x="951509" y="6430348"/>
            <a:ext cx="508158" cy="543805"/>
            <a:chOff x="0" y="0"/>
            <a:chExt cx="812800" cy="869819"/>
          </a:xfrm>
        </p:grpSpPr>
        <p:sp>
          <p:nvSpPr>
            <p:cNvPr id="21" name="Freeform 21">
              <a:extLst>
                <a:ext uri="{FF2B5EF4-FFF2-40B4-BE49-F238E27FC236}">
                  <a16:creationId xmlns="" xmlns:a16="http://schemas.microsoft.com/office/drawing/2014/main" id="{83C68F5E-4DDA-ABD9-777C-EC1C84181308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2" name="TextBox 22">
              <a:extLst>
                <a:ext uri="{FF2B5EF4-FFF2-40B4-BE49-F238E27FC236}">
                  <a16:creationId xmlns="" xmlns:a16="http://schemas.microsoft.com/office/drawing/2014/main" id="{E1EA1797-F2BE-BF3D-2110-8A0951019D26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3" name="Group 23">
            <a:extLst>
              <a:ext uri="{FF2B5EF4-FFF2-40B4-BE49-F238E27FC236}">
                <a16:creationId xmlns="" xmlns:a16="http://schemas.microsoft.com/office/drawing/2014/main" id="{166E7CDD-5197-373E-2562-555750905692}"/>
              </a:ext>
            </a:extLst>
          </p:cNvPr>
          <p:cNvGrpSpPr/>
          <p:nvPr/>
        </p:nvGrpSpPr>
        <p:grpSpPr>
          <a:xfrm>
            <a:off x="951509" y="5764584"/>
            <a:ext cx="508158" cy="543805"/>
            <a:chOff x="0" y="0"/>
            <a:chExt cx="812800" cy="869819"/>
          </a:xfrm>
        </p:grpSpPr>
        <p:sp>
          <p:nvSpPr>
            <p:cNvPr id="24" name="Freeform 24">
              <a:extLst>
                <a:ext uri="{FF2B5EF4-FFF2-40B4-BE49-F238E27FC236}">
                  <a16:creationId xmlns="" xmlns:a16="http://schemas.microsoft.com/office/drawing/2014/main" id="{D71DD55D-A955-8992-6594-712017BC5415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5" name="TextBox 25">
              <a:extLst>
                <a:ext uri="{FF2B5EF4-FFF2-40B4-BE49-F238E27FC236}">
                  <a16:creationId xmlns="" xmlns:a16="http://schemas.microsoft.com/office/drawing/2014/main" id="{6582C7F6-76FD-73B5-0A64-ABC6AC3260ED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6" name="Group 26">
            <a:extLst>
              <a:ext uri="{FF2B5EF4-FFF2-40B4-BE49-F238E27FC236}">
                <a16:creationId xmlns="" xmlns:a16="http://schemas.microsoft.com/office/drawing/2014/main" id="{7AA6B993-C5D5-D43C-97FE-D452115A6E86}"/>
              </a:ext>
            </a:extLst>
          </p:cNvPr>
          <p:cNvGrpSpPr/>
          <p:nvPr/>
        </p:nvGrpSpPr>
        <p:grpSpPr>
          <a:xfrm>
            <a:off x="951509" y="7088453"/>
            <a:ext cx="508158" cy="543805"/>
            <a:chOff x="0" y="0"/>
            <a:chExt cx="812800" cy="869819"/>
          </a:xfrm>
        </p:grpSpPr>
        <p:sp>
          <p:nvSpPr>
            <p:cNvPr id="27" name="Freeform 27">
              <a:extLst>
                <a:ext uri="{FF2B5EF4-FFF2-40B4-BE49-F238E27FC236}">
                  <a16:creationId xmlns="" xmlns:a16="http://schemas.microsoft.com/office/drawing/2014/main" id="{8BCAF06A-D9C6-8BEC-D2F1-3E8E1F28995B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8" name="TextBox 28">
              <a:extLst>
                <a:ext uri="{FF2B5EF4-FFF2-40B4-BE49-F238E27FC236}">
                  <a16:creationId xmlns="" xmlns:a16="http://schemas.microsoft.com/office/drawing/2014/main" id="{85C1486B-2691-677D-D156-E72E4BC2CA00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29" name="Group 29">
            <a:extLst>
              <a:ext uri="{FF2B5EF4-FFF2-40B4-BE49-F238E27FC236}">
                <a16:creationId xmlns="" xmlns:a16="http://schemas.microsoft.com/office/drawing/2014/main" id="{2234103C-2D5B-CB20-04CD-6BA4AF60A4EA}"/>
              </a:ext>
            </a:extLst>
          </p:cNvPr>
          <p:cNvGrpSpPr/>
          <p:nvPr/>
        </p:nvGrpSpPr>
        <p:grpSpPr>
          <a:xfrm>
            <a:off x="951509" y="7756083"/>
            <a:ext cx="508158" cy="543805"/>
            <a:chOff x="0" y="0"/>
            <a:chExt cx="812800" cy="869819"/>
          </a:xfrm>
        </p:grpSpPr>
        <p:sp>
          <p:nvSpPr>
            <p:cNvPr id="30" name="Freeform 30">
              <a:extLst>
                <a:ext uri="{FF2B5EF4-FFF2-40B4-BE49-F238E27FC236}">
                  <a16:creationId xmlns="" xmlns:a16="http://schemas.microsoft.com/office/drawing/2014/main" id="{D3995EC6-AF24-B620-8AC0-348882A0C2C6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1" name="TextBox 31">
              <a:extLst>
                <a:ext uri="{FF2B5EF4-FFF2-40B4-BE49-F238E27FC236}">
                  <a16:creationId xmlns="" xmlns:a16="http://schemas.microsoft.com/office/drawing/2014/main" id="{663AC888-19AE-BD79-1A43-AE17A16D6417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grpSp>
        <p:nvGrpSpPr>
          <p:cNvPr id="37" name="Group 37">
            <a:extLst>
              <a:ext uri="{FF2B5EF4-FFF2-40B4-BE49-F238E27FC236}">
                <a16:creationId xmlns="" xmlns:a16="http://schemas.microsoft.com/office/drawing/2014/main" id="{4912ECBD-1DE8-354E-B970-1AE8BECB4ED2}"/>
              </a:ext>
            </a:extLst>
          </p:cNvPr>
          <p:cNvGrpSpPr/>
          <p:nvPr/>
        </p:nvGrpSpPr>
        <p:grpSpPr>
          <a:xfrm>
            <a:off x="11762088" y="-9632634"/>
            <a:ext cx="10994424" cy="10994424"/>
            <a:chOff x="0" y="0"/>
            <a:chExt cx="812800" cy="812800"/>
          </a:xfrm>
        </p:grpSpPr>
        <p:sp>
          <p:nvSpPr>
            <p:cNvPr id="38" name="Freeform 38">
              <a:extLst>
                <a:ext uri="{FF2B5EF4-FFF2-40B4-BE49-F238E27FC236}">
                  <a16:creationId xmlns="" xmlns:a16="http://schemas.microsoft.com/office/drawing/2014/main" id="{78FE51B4-384E-2692-1E9E-A385BECBA9DC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39" name="TextBox 39">
              <a:extLst>
                <a:ext uri="{FF2B5EF4-FFF2-40B4-BE49-F238E27FC236}">
                  <a16:creationId xmlns="" xmlns:a16="http://schemas.microsoft.com/office/drawing/2014/main" id="{700FB80D-E6F0-86C9-5D5C-D07F0A70E186}"/>
                </a:ext>
              </a:extLst>
            </p:cNvPr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2" name="TextBox 41">
            <a:extLst>
              <a:ext uri="{FF2B5EF4-FFF2-40B4-BE49-F238E27FC236}">
                <a16:creationId xmlns="" xmlns:a16="http://schemas.microsoft.com/office/drawing/2014/main" id="{2BFEDC36-B626-88F9-8089-20BCF74916CE}"/>
              </a:ext>
            </a:extLst>
          </p:cNvPr>
          <p:cNvSpPr txBox="1"/>
          <p:nvPr/>
        </p:nvSpPr>
        <p:spPr>
          <a:xfrm>
            <a:off x="190500" y="493258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PROPOSED SYSTEM ARCHITECTURE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="" xmlns:a16="http://schemas.microsoft.com/office/drawing/2014/main" id="{ACB19ADE-1373-2509-2538-D3AC1A96AA92}"/>
              </a:ext>
            </a:extLst>
          </p:cNvPr>
          <p:cNvSpPr txBox="1"/>
          <p:nvPr/>
        </p:nvSpPr>
        <p:spPr>
          <a:xfrm>
            <a:off x="2209800" y="1638300"/>
            <a:ext cx="15082325" cy="56938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  <p:sp>
        <p:nvSpPr>
          <p:cNvPr id="24578" name="AutoShape 2" descr="ChatGPT Image May 5, 2026, 11_18_10 AM.png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4580" name="AutoShape 4" descr="ChatGPT Image May 5, 2026, 11_18_10 AM.png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41" name="Picture 40" descr="ChatGPT Image May 5, 2026, 11_18_10 AM.png"/>
          <p:cNvPicPr>
            <a:picLocks noChangeAspect="1"/>
          </p:cNvPicPr>
          <p:nvPr/>
        </p:nvPicPr>
        <p:blipFill>
          <a:blip r:embed="rId2" cstate="print"/>
          <a:srcRect t="9375"/>
          <a:stretch>
            <a:fillRect/>
          </a:stretch>
        </p:blipFill>
        <p:spPr>
          <a:xfrm>
            <a:off x="3048000" y="1714500"/>
            <a:ext cx="12649200" cy="7642225"/>
          </a:xfrm>
          <a:prstGeom prst="rect">
            <a:avLst/>
          </a:prstGeom>
        </p:spPr>
      </p:pic>
    </p:spTree>
    <p:extLst>
      <p:ext uri="{BB962C8B-B14F-4D97-AF65-F5344CB8AC3E}">
        <p14:creationId xmlns="" xmlns:p14="http://schemas.microsoft.com/office/powerpoint/2010/main" val="61419057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4"/>
          <p:cNvGrpSpPr/>
          <p:nvPr/>
        </p:nvGrpSpPr>
        <p:grpSpPr>
          <a:xfrm>
            <a:off x="735588" y="5318634"/>
            <a:ext cx="992463" cy="992463"/>
            <a:chOff x="0" y="0"/>
            <a:chExt cx="812800" cy="8128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16" name="TextBox 16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977741" y="6425585"/>
            <a:ext cx="508158" cy="543805"/>
            <a:chOff x="0" y="0"/>
            <a:chExt cx="812800" cy="869819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977741" y="7093216"/>
            <a:ext cx="508158" cy="543805"/>
            <a:chOff x="0" y="0"/>
            <a:chExt cx="812800" cy="869819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47" name="TextBox 46">
            <a:extLst>
              <a:ext uri="{FF2B5EF4-FFF2-40B4-BE49-F238E27FC236}">
                <a16:creationId xmlns="" xmlns:a16="http://schemas.microsoft.com/office/drawing/2014/main" id="{1B156733-A733-69AA-7523-59650E125994}"/>
              </a:ext>
            </a:extLst>
          </p:cNvPr>
          <p:cNvSpPr txBox="1"/>
          <p:nvPr/>
        </p:nvSpPr>
        <p:spPr>
          <a:xfrm>
            <a:off x="1240277" y="346268"/>
            <a:ext cx="158115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WORKFLOW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="" xmlns:a16="http://schemas.microsoft.com/office/drawing/2014/main" id="{D04F3B99-A5D2-54DC-51CD-4E86A99D3EA2}"/>
              </a:ext>
            </a:extLst>
          </p:cNvPr>
          <p:cNvSpPr txBox="1"/>
          <p:nvPr/>
        </p:nvSpPr>
        <p:spPr>
          <a:xfrm>
            <a:off x="2209800" y="1638300"/>
            <a:ext cx="15082325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  <p:grpSp>
        <p:nvGrpSpPr>
          <p:cNvPr id="2" name="Group 37">
            <a:extLst>
              <a:ext uri="{FF2B5EF4-FFF2-40B4-BE49-F238E27FC236}">
                <a16:creationId xmlns="" xmlns:a16="http://schemas.microsoft.com/office/drawing/2014/main" id="{5FF0B2D0-7843-1835-7081-F69B51BDD5B8}"/>
              </a:ext>
            </a:extLst>
          </p:cNvPr>
          <p:cNvGrpSpPr/>
          <p:nvPr/>
        </p:nvGrpSpPr>
        <p:grpSpPr>
          <a:xfrm>
            <a:off x="14020800" y="-8142801"/>
            <a:ext cx="10994424" cy="10994424"/>
            <a:chOff x="0" y="0"/>
            <a:chExt cx="812800" cy="812800"/>
          </a:xfrm>
        </p:grpSpPr>
        <p:sp>
          <p:nvSpPr>
            <p:cNvPr id="3" name="Freeform 38">
              <a:extLst>
                <a:ext uri="{FF2B5EF4-FFF2-40B4-BE49-F238E27FC236}">
                  <a16:creationId xmlns="" xmlns:a16="http://schemas.microsoft.com/office/drawing/2014/main" id="{1E43E843-CEEF-9B58-BAB6-E0FEFB947A9E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4" name="TextBox 39">
              <a:extLst>
                <a:ext uri="{FF2B5EF4-FFF2-40B4-BE49-F238E27FC236}">
                  <a16:creationId xmlns="" xmlns:a16="http://schemas.microsoft.com/office/drawing/2014/main" id="{B7A3D907-9F7C-D8D3-DE54-E07FC037F8CA}"/>
                </a:ext>
              </a:extLst>
            </p:cNvPr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pic>
        <p:nvPicPr>
          <p:cNvPr id="5" name="Picture 4">
            <a:extLst>
              <a:ext uri="{FF2B5EF4-FFF2-40B4-BE49-F238E27FC236}">
                <a16:creationId xmlns="" xmlns:a16="http://schemas.microsoft.com/office/drawing/2014/main" id="{0C0E9E39-0B69-16CD-77BB-42401BB7D9F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 t="6664"/>
          <a:stretch>
            <a:fillRect/>
          </a:stretch>
        </p:blipFill>
        <p:spPr>
          <a:xfrm>
            <a:off x="3140373" y="1820896"/>
            <a:ext cx="12007253" cy="7471435"/>
          </a:xfrm>
          <a:prstGeom prst="rect">
            <a:avLst/>
          </a:prstGeom>
        </p:spPr>
      </p:pic>
      <p:pic>
        <p:nvPicPr>
          <p:cNvPr id="36" name="Picture 35" descr="ChatGPT Image May 5, 2026, 11_27_33 AM.png"/>
          <p:cNvPicPr>
            <a:picLocks noChangeAspect="1"/>
          </p:cNvPicPr>
          <p:nvPr/>
        </p:nvPicPr>
        <p:blipFill>
          <a:blip r:embed="rId3" cstate="print"/>
          <a:srcRect t="10156"/>
          <a:stretch>
            <a:fillRect/>
          </a:stretch>
        </p:blipFill>
        <p:spPr>
          <a:xfrm>
            <a:off x="2819400" y="1562100"/>
            <a:ext cx="13485412" cy="80772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9"/>
          <p:cNvGrpSpPr/>
          <p:nvPr/>
        </p:nvGrpSpPr>
        <p:grpSpPr>
          <a:xfrm>
            <a:off x="735588" y="5976927"/>
            <a:ext cx="992463" cy="992463"/>
            <a:chOff x="0" y="0"/>
            <a:chExt cx="812800" cy="81280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21" name="TextBox 21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977741" y="7093216"/>
            <a:ext cx="508158" cy="543805"/>
            <a:chOff x="0" y="0"/>
            <a:chExt cx="812800" cy="869819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44" name="Freeform 4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47" name="TextBox 46">
            <a:extLst>
              <a:ext uri="{FF2B5EF4-FFF2-40B4-BE49-F238E27FC236}">
                <a16:creationId xmlns="" xmlns:a16="http://schemas.microsoft.com/office/drawing/2014/main" id="{E4ED097B-FECF-66E6-2A98-0F8B4D948FC8}"/>
              </a:ext>
            </a:extLst>
          </p:cNvPr>
          <p:cNvSpPr txBox="1"/>
          <p:nvPr/>
        </p:nvSpPr>
        <p:spPr>
          <a:xfrm>
            <a:off x="152400" y="342900"/>
            <a:ext cx="16764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TECHNOLOGIES USED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="" xmlns:a16="http://schemas.microsoft.com/office/drawing/2014/main" id="{26E9F5F9-CCF8-6F05-4C01-034C88D7529E}"/>
              </a:ext>
            </a:extLst>
          </p:cNvPr>
          <p:cNvSpPr txBox="1"/>
          <p:nvPr/>
        </p:nvSpPr>
        <p:spPr>
          <a:xfrm>
            <a:off x="2180294" y="1959637"/>
            <a:ext cx="15082325" cy="125880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Frontend:</a:t>
            </a:r>
            <a:b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HTML5, CSS3, </a:t>
            </a:r>
            <a:r>
              <a:rPr lang="en-US" alt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Thymeleaf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Bootstrap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Database:</a:t>
            </a:r>
            <a:b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MySQL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Backend:</a:t>
            </a:r>
            <a:b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Java, Spring Boot, Spring MVC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ORM Framework:</a:t>
            </a:r>
            <a:b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Spring Data JPA (Hibernate)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Security:</a:t>
            </a:r>
            <a:b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Spring Security (Basic Authentication)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Build Tool:</a:t>
            </a:r>
            <a:b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Maven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Server:</a:t>
            </a:r>
            <a:b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Embedded Tomcat Server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Tools/IDE:</a:t>
            </a:r>
            <a:b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Visual Studio Code </a:t>
            </a:r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  <p:grpSp>
        <p:nvGrpSpPr>
          <p:cNvPr id="2" name="Group 37">
            <a:extLst>
              <a:ext uri="{FF2B5EF4-FFF2-40B4-BE49-F238E27FC236}">
                <a16:creationId xmlns="" xmlns:a16="http://schemas.microsoft.com/office/drawing/2014/main" id="{4D847D41-4470-420F-942D-93587F92804D}"/>
              </a:ext>
            </a:extLst>
          </p:cNvPr>
          <p:cNvGrpSpPr/>
          <p:nvPr/>
        </p:nvGrpSpPr>
        <p:grpSpPr>
          <a:xfrm>
            <a:off x="14401800" y="-2955537"/>
            <a:ext cx="10994424" cy="10994424"/>
            <a:chOff x="0" y="0"/>
            <a:chExt cx="812800" cy="812800"/>
          </a:xfrm>
        </p:grpSpPr>
        <p:sp>
          <p:nvSpPr>
            <p:cNvPr id="3" name="Freeform 38">
              <a:extLst>
                <a:ext uri="{FF2B5EF4-FFF2-40B4-BE49-F238E27FC236}">
                  <a16:creationId xmlns="" xmlns:a16="http://schemas.microsoft.com/office/drawing/2014/main" id="{A4FD480D-1445-2C4B-DB46-82271E5DF7B5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4" name="TextBox 39">
              <a:extLst>
                <a:ext uri="{FF2B5EF4-FFF2-40B4-BE49-F238E27FC236}">
                  <a16:creationId xmlns="" xmlns:a16="http://schemas.microsoft.com/office/drawing/2014/main" id="{26A1CA4A-B4D1-F4E6-0933-879F4CA7F8FA}"/>
                </a:ext>
              </a:extLst>
            </p:cNvPr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/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17170670" y="-178579"/>
            <a:ext cx="10994424" cy="10994424"/>
            <a:chOff x="0" y="0"/>
            <a:chExt cx="812800" cy="812800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3" name="TextBox 42">
            <a:extLst>
              <a:ext uri="{FF2B5EF4-FFF2-40B4-BE49-F238E27FC236}">
                <a16:creationId xmlns="" xmlns:a16="http://schemas.microsoft.com/office/drawing/2014/main" id="{9A1BCE7C-890E-A01E-691E-1D3D07CF6333}"/>
              </a:ext>
            </a:extLst>
          </p:cNvPr>
          <p:cNvSpPr txBox="1"/>
          <p:nvPr/>
        </p:nvSpPr>
        <p:spPr>
          <a:xfrm>
            <a:off x="152400" y="342900"/>
            <a:ext cx="156972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MODULE DESCRIPTION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="" xmlns:a16="http://schemas.microsoft.com/office/drawing/2014/main" id="{9304C197-EAC7-7A26-FAED-ED7302DBEC6E}"/>
              </a:ext>
            </a:extLst>
          </p:cNvPr>
          <p:cNvSpPr txBox="1"/>
          <p:nvPr/>
        </p:nvSpPr>
        <p:spPr>
          <a:xfrm>
            <a:off x="2458537" y="2105768"/>
            <a:ext cx="15082325" cy="90794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sz="2800" b="1" dirty="0"/>
          </a:p>
          <a:p>
            <a:pPr marL="457200" indent="-457200">
              <a:buFont typeface="Wingdings" panose="05000000000000000000" pitchFamily="2" charset="2"/>
              <a:buChar char="v"/>
            </a:pPr>
            <a:r>
              <a:rPr 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1: Student Module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Browse and search events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Register for events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View registered events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Receive notifications/reminders </a:t>
            </a:r>
          </a:p>
          <a:p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" panose="05000000000000000000" pitchFamily="2" charset="2"/>
              <a:buChar char="v"/>
            </a:pPr>
            <a:r>
              <a:rPr 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2: Admin Module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Secure login and authentication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Add, update, delete events (CRUD)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Manage event details and registrations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View reports and analytics</a:t>
            </a:r>
          </a:p>
          <a:p>
            <a:endParaRPr lang="en-IN" sz="2800" dirty="0"/>
          </a:p>
          <a:p>
            <a:endParaRPr lang="en-IN" sz="2800" dirty="0"/>
          </a:p>
          <a:p>
            <a:endParaRPr lang="en-IN" sz="2800" dirty="0"/>
          </a:p>
          <a:p>
            <a:endParaRPr lang="en-IN" sz="2800" dirty="0"/>
          </a:p>
          <a:p>
            <a:endParaRPr lang="en-IN" sz="2800" dirty="0"/>
          </a:p>
          <a:p>
            <a:endParaRPr lang="en-IN" sz="2800" dirty="0"/>
          </a:p>
          <a:p>
            <a:endParaRPr lang="en-IN" sz="2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752B86AD-4081-6A79-729F-B14CC038AE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>
            <a:extLst>
              <a:ext uri="{FF2B5EF4-FFF2-40B4-BE49-F238E27FC236}">
                <a16:creationId xmlns="" xmlns:a16="http://schemas.microsoft.com/office/drawing/2014/main" id="{158C7770-6C1D-6BA4-479D-9CB65E61C78B}"/>
              </a:ext>
            </a:extLst>
          </p:cNvPr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>
              <a:extLst>
                <a:ext uri="{FF2B5EF4-FFF2-40B4-BE49-F238E27FC236}">
                  <a16:creationId xmlns="" xmlns:a16="http://schemas.microsoft.com/office/drawing/2014/main" id="{B2C846DB-BC30-8A12-B5B4-3CC06A51B4FE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9" name="TextBox 9">
              <a:extLst>
                <a:ext uri="{FF2B5EF4-FFF2-40B4-BE49-F238E27FC236}">
                  <a16:creationId xmlns="" xmlns:a16="http://schemas.microsoft.com/office/drawing/2014/main" id="{C613C318-47E6-D20B-A412-7AA82957FE8C}"/>
                </a:ext>
              </a:extLst>
            </p:cNvPr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10" name="Group 10">
            <a:extLst>
              <a:ext uri="{FF2B5EF4-FFF2-40B4-BE49-F238E27FC236}">
                <a16:creationId xmlns="" xmlns:a16="http://schemas.microsoft.com/office/drawing/2014/main" id="{9E70A3CC-A885-5AC5-CC45-E8F25912A460}"/>
              </a:ext>
            </a:extLst>
          </p:cNvPr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>
              <a:extLst>
                <a:ext uri="{FF2B5EF4-FFF2-40B4-BE49-F238E27FC236}">
                  <a16:creationId xmlns="" xmlns:a16="http://schemas.microsoft.com/office/drawing/2014/main" id="{5569969B-C8F8-E7C5-DAC5-2909E0391333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2" name="TextBox 12">
              <a:extLst>
                <a:ext uri="{FF2B5EF4-FFF2-40B4-BE49-F238E27FC236}">
                  <a16:creationId xmlns="" xmlns:a16="http://schemas.microsoft.com/office/drawing/2014/main" id="{E815D141-6BD8-0A15-A5DD-214B9B876E6A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3" name="Group 13">
            <a:extLst>
              <a:ext uri="{FF2B5EF4-FFF2-40B4-BE49-F238E27FC236}">
                <a16:creationId xmlns="" xmlns:a16="http://schemas.microsoft.com/office/drawing/2014/main" id="{9A2A8CD9-94EC-3348-770C-0736EF6094E6}"/>
              </a:ext>
            </a:extLst>
          </p:cNvPr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>
              <a:extLst>
                <a:ext uri="{FF2B5EF4-FFF2-40B4-BE49-F238E27FC236}">
                  <a16:creationId xmlns="" xmlns:a16="http://schemas.microsoft.com/office/drawing/2014/main" id="{ED8A6DBF-2550-9268-CC2B-439F58EA721B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5" name="TextBox 15">
              <a:extLst>
                <a:ext uri="{FF2B5EF4-FFF2-40B4-BE49-F238E27FC236}">
                  <a16:creationId xmlns="" xmlns:a16="http://schemas.microsoft.com/office/drawing/2014/main" id="{1840666A-0B77-EFBF-A6D3-75594C04ECAD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>
            <a:extLst>
              <a:ext uri="{FF2B5EF4-FFF2-40B4-BE49-F238E27FC236}">
                <a16:creationId xmlns="" xmlns:a16="http://schemas.microsoft.com/office/drawing/2014/main" id="{13B6DC94-EA41-4B4D-4204-0184614966C4}"/>
              </a:ext>
            </a:extLst>
          </p:cNvPr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>
              <a:extLst>
                <a:ext uri="{FF2B5EF4-FFF2-40B4-BE49-F238E27FC236}">
                  <a16:creationId xmlns="" xmlns:a16="http://schemas.microsoft.com/office/drawing/2014/main" id="{39D470A0-52BE-42E5-0D03-D4080060108A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>
              <a:extLst>
                <a:ext uri="{FF2B5EF4-FFF2-40B4-BE49-F238E27FC236}">
                  <a16:creationId xmlns="" xmlns:a16="http://schemas.microsoft.com/office/drawing/2014/main" id="{339C452F-AC48-079F-71F3-1C87CB821876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9" name="Group 19">
            <a:extLst>
              <a:ext uri="{FF2B5EF4-FFF2-40B4-BE49-F238E27FC236}">
                <a16:creationId xmlns="" xmlns:a16="http://schemas.microsoft.com/office/drawing/2014/main" id="{B8C339C2-3CF2-68D2-C964-15072144F6EA}"/>
              </a:ext>
            </a:extLst>
          </p:cNvPr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>
              <a:extLst>
                <a:ext uri="{FF2B5EF4-FFF2-40B4-BE49-F238E27FC236}">
                  <a16:creationId xmlns="" xmlns:a16="http://schemas.microsoft.com/office/drawing/2014/main" id="{EED6479E-813F-999F-FD33-3393D6F74D68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>
              <a:extLst>
                <a:ext uri="{FF2B5EF4-FFF2-40B4-BE49-F238E27FC236}">
                  <a16:creationId xmlns="" xmlns:a16="http://schemas.microsoft.com/office/drawing/2014/main" id="{D3EE37D0-2CF1-95E1-E042-60260B39A09D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>
            <a:extLst>
              <a:ext uri="{FF2B5EF4-FFF2-40B4-BE49-F238E27FC236}">
                <a16:creationId xmlns="" xmlns:a16="http://schemas.microsoft.com/office/drawing/2014/main" id="{57052355-6A3A-C4C3-A8AD-AE19E60D7A72}"/>
              </a:ext>
            </a:extLst>
          </p:cNvPr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>
              <a:extLst>
                <a:ext uri="{FF2B5EF4-FFF2-40B4-BE49-F238E27FC236}">
                  <a16:creationId xmlns="" xmlns:a16="http://schemas.microsoft.com/office/drawing/2014/main" id="{EAFF70CF-D92B-3917-AD6A-ECE99BE8D7C9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>
              <a:extLst>
                <a:ext uri="{FF2B5EF4-FFF2-40B4-BE49-F238E27FC236}">
                  <a16:creationId xmlns="" xmlns:a16="http://schemas.microsoft.com/office/drawing/2014/main" id="{C7640883-3ED5-E3C5-6572-4D50EB648D98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5" name="Group 25">
            <a:extLst>
              <a:ext uri="{FF2B5EF4-FFF2-40B4-BE49-F238E27FC236}">
                <a16:creationId xmlns="" xmlns:a16="http://schemas.microsoft.com/office/drawing/2014/main" id="{46A07F95-FD56-1093-EC21-C7D82FCA7339}"/>
              </a:ext>
            </a:extLst>
          </p:cNvPr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>
              <a:extLst>
                <a:ext uri="{FF2B5EF4-FFF2-40B4-BE49-F238E27FC236}">
                  <a16:creationId xmlns="" xmlns:a16="http://schemas.microsoft.com/office/drawing/2014/main" id="{756E8BC4-E574-BEEB-B842-7C978737EC51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>
              <a:extLst>
                <a:ext uri="{FF2B5EF4-FFF2-40B4-BE49-F238E27FC236}">
                  <a16:creationId xmlns="" xmlns:a16="http://schemas.microsoft.com/office/drawing/2014/main" id="{05B73EEB-96A5-4863-17AC-ADA0599BD373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8" name="Group 28">
            <a:extLst>
              <a:ext uri="{FF2B5EF4-FFF2-40B4-BE49-F238E27FC236}">
                <a16:creationId xmlns="" xmlns:a16="http://schemas.microsoft.com/office/drawing/2014/main" id="{DF3B9697-CC7D-F7FB-625A-512143B1BB66}"/>
              </a:ext>
            </a:extLst>
          </p:cNvPr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>
              <a:extLst>
                <a:ext uri="{FF2B5EF4-FFF2-40B4-BE49-F238E27FC236}">
                  <a16:creationId xmlns="" xmlns:a16="http://schemas.microsoft.com/office/drawing/2014/main" id="{79286908-6F58-F1DE-6F28-EA82360290D4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>
              <a:extLst>
                <a:ext uri="{FF2B5EF4-FFF2-40B4-BE49-F238E27FC236}">
                  <a16:creationId xmlns="" xmlns:a16="http://schemas.microsoft.com/office/drawing/2014/main" id="{A3ACEABB-6838-7CD4-E3C4-230744359CEE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>
            <a:extLst>
              <a:ext uri="{FF2B5EF4-FFF2-40B4-BE49-F238E27FC236}">
                <a16:creationId xmlns="" xmlns:a16="http://schemas.microsoft.com/office/drawing/2014/main" id="{C29B2B44-C930-9892-0510-BDC99F588E1D}"/>
              </a:ext>
            </a:extLst>
          </p:cNvPr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>
              <a:extLst>
                <a:ext uri="{FF2B5EF4-FFF2-40B4-BE49-F238E27FC236}">
                  <a16:creationId xmlns="" xmlns:a16="http://schemas.microsoft.com/office/drawing/2014/main" id="{D3B68D22-4C63-DB88-2916-E49D9B65BBE8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>
              <a:extLst>
                <a:ext uri="{FF2B5EF4-FFF2-40B4-BE49-F238E27FC236}">
                  <a16:creationId xmlns="" xmlns:a16="http://schemas.microsoft.com/office/drawing/2014/main" id="{2AC3B666-40DF-3C9C-CAE0-3970B7764C8F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grpSp>
        <p:nvGrpSpPr>
          <p:cNvPr id="35" name="Group 35">
            <a:extLst>
              <a:ext uri="{FF2B5EF4-FFF2-40B4-BE49-F238E27FC236}">
                <a16:creationId xmlns="" xmlns:a16="http://schemas.microsoft.com/office/drawing/2014/main" id="{01CB0107-B99B-26E5-BD5D-1D6D5AE641E2}"/>
              </a:ext>
            </a:extLst>
          </p:cNvPr>
          <p:cNvGrpSpPr/>
          <p:nvPr/>
        </p:nvGrpSpPr>
        <p:grpSpPr>
          <a:xfrm>
            <a:off x="17170670" y="-178579"/>
            <a:ext cx="10994424" cy="10994424"/>
            <a:chOff x="0" y="0"/>
            <a:chExt cx="812800" cy="812800"/>
          </a:xfrm>
        </p:grpSpPr>
        <p:sp>
          <p:nvSpPr>
            <p:cNvPr id="36" name="Freeform 36">
              <a:extLst>
                <a:ext uri="{FF2B5EF4-FFF2-40B4-BE49-F238E27FC236}">
                  <a16:creationId xmlns="" xmlns:a16="http://schemas.microsoft.com/office/drawing/2014/main" id="{EDAE0E50-E431-0F13-43B2-EAD6831CE136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37" name="TextBox 37">
              <a:extLst>
                <a:ext uri="{FF2B5EF4-FFF2-40B4-BE49-F238E27FC236}">
                  <a16:creationId xmlns="" xmlns:a16="http://schemas.microsoft.com/office/drawing/2014/main" id="{59B341E8-6785-0F50-BF53-77FE7E3E1144}"/>
                </a:ext>
              </a:extLst>
            </p:cNvPr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3" name="TextBox 42">
            <a:extLst>
              <a:ext uri="{FF2B5EF4-FFF2-40B4-BE49-F238E27FC236}">
                <a16:creationId xmlns="" xmlns:a16="http://schemas.microsoft.com/office/drawing/2014/main" id="{B50816D3-CD5F-782C-908D-DAB846723C7E}"/>
              </a:ext>
            </a:extLst>
          </p:cNvPr>
          <p:cNvSpPr txBox="1"/>
          <p:nvPr/>
        </p:nvSpPr>
        <p:spPr>
          <a:xfrm>
            <a:off x="152400" y="342900"/>
            <a:ext cx="156972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MODULE DESCRIPTION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="" xmlns:a16="http://schemas.microsoft.com/office/drawing/2014/main" id="{AA3A0E0B-8DB1-8EEB-9EB7-5476973E7066}"/>
              </a:ext>
            </a:extLst>
          </p:cNvPr>
          <p:cNvSpPr txBox="1"/>
          <p:nvPr/>
        </p:nvSpPr>
        <p:spPr>
          <a:xfrm>
            <a:off x="2458537" y="2105768"/>
            <a:ext cx="15082325" cy="86177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sz="2800" b="1" dirty="0"/>
          </a:p>
          <a:p>
            <a:pPr marL="457200" indent="-457200">
              <a:buFont typeface="Wingdings" panose="05000000000000000000" pitchFamily="2" charset="2"/>
              <a:buChar char="v"/>
            </a:pPr>
            <a:r>
              <a:rPr 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3: Event Management Module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 and manage event data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Search and filter events (date, type, department)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Handle event capacity and details </a:t>
            </a:r>
          </a:p>
          <a:p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" panose="05000000000000000000" pitchFamily="2" charset="2"/>
              <a:buChar char="v"/>
            </a:pPr>
            <a:r>
              <a:rPr 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4: Database &amp; Security Module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Store event, student, and registration data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Ensure data consistency and integrity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 authentication and authorization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Secure system access</a:t>
            </a:r>
          </a:p>
          <a:p>
            <a:endParaRPr lang="en-IN" sz="2800" dirty="0"/>
          </a:p>
          <a:p>
            <a:endParaRPr lang="en-IN" sz="2800" dirty="0"/>
          </a:p>
          <a:p>
            <a:endParaRPr lang="en-IN" sz="2800" dirty="0"/>
          </a:p>
          <a:p>
            <a:endParaRPr lang="en-IN" sz="2800" dirty="0"/>
          </a:p>
          <a:p>
            <a:endParaRPr lang="en-IN" sz="2800" dirty="0"/>
          </a:p>
          <a:p>
            <a:endParaRPr lang="en-IN" sz="2800" dirty="0"/>
          </a:p>
          <a:p>
            <a:endParaRPr lang="en-IN" sz="2800" dirty="0"/>
          </a:p>
        </p:txBody>
      </p:sp>
    </p:spTree>
    <p:extLst>
      <p:ext uri="{BB962C8B-B14F-4D97-AF65-F5344CB8AC3E}">
        <p14:creationId xmlns="" xmlns:p14="http://schemas.microsoft.com/office/powerpoint/2010/main" val="192644353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B7CF319D-58F2-DF9E-632A-90472F50FA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>
            <a:extLst>
              <a:ext uri="{FF2B5EF4-FFF2-40B4-BE49-F238E27FC236}">
                <a16:creationId xmlns="" xmlns:a16="http://schemas.microsoft.com/office/drawing/2014/main" id="{ADE101F0-A2BF-16E8-7BEC-541911EA9510}"/>
              </a:ext>
            </a:extLst>
          </p:cNvPr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>
              <a:extLst>
                <a:ext uri="{FF2B5EF4-FFF2-40B4-BE49-F238E27FC236}">
                  <a16:creationId xmlns="" xmlns:a16="http://schemas.microsoft.com/office/drawing/2014/main" id="{C43B1E5B-104E-DCD5-F042-8DABFE8225A3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9" name="TextBox 9">
              <a:extLst>
                <a:ext uri="{FF2B5EF4-FFF2-40B4-BE49-F238E27FC236}">
                  <a16:creationId xmlns="" xmlns:a16="http://schemas.microsoft.com/office/drawing/2014/main" id="{846A8601-B4CB-7C78-2833-947EEC356CD7}"/>
                </a:ext>
              </a:extLst>
            </p:cNvPr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400" b="1" dirty="0">
                  <a:solidFill>
                    <a:srgbClr val="002060"/>
                  </a:solidFill>
                  <a:latin typeface="Gotham"/>
                  <a:ea typeface="Gotham"/>
                  <a:cs typeface="Gotham"/>
                  <a:sym typeface="Gotham"/>
                </a:rPr>
                <a:t>8(A)</a:t>
              </a:r>
            </a:p>
          </p:txBody>
        </p:sp>
      </p:grpSp>
      <p:grpSp>
        <p:nvGrpSpPr>
          <p:cNvPr id="10" name="Group 10">
            <a:extLst>
              <a:ext uri="{FF2B5EF4-FFF2-40B4-BE49-F238E27FC236}">
                <a16:creationId xmlns="" xmlns:a16="http://schemas.microsoft.com/office/drawing/2014/main" id="{1C63788E-DB35-987D-1A89-4C3F169DF70E}"/>
              </a:ext>
            </a:extLst>
          </p:cNvPr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>
              <a:extLst>
                <a:ext uri="{FF2B5EF4-FFF2-40B4-BE49-F238E27FC236}">
                  <a16:creationId xmlns="" xmlns:a16="http://schemas.microsoft.com/office/drawing/2014/main" id="{676646B6-C6D6-F677-3CA9-56BE5CE444AA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2" name="TextBox 12">
              <a:extLst>
                <a:ext uri="{FF2B5EF4-FFF2-40B4-BE49-F238E27FC236}">
                  <a16:creationId xmlns="" xmlns:a16="http://schemas.microsoft.com/office/drawing/2014/main" id="{3CDDAA79-D530-F622-0CC8-ECE3E95F9520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3" name="Group 13">
            <a:extLst>
              <a:ext uri="{FF2B5EF4-FFF2-40B4-BE49-F238E27FC236}">
                <a16:creationId xmlns="" xmlns:a16="http://schemas.microsoft.com/office/drawing/2014/main" id="{8227745F-FD1B-7135-E88E-D6B924C5CB24}"/>
              </a:ext>
            </a:extLst>
          </p:cNvPr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>
              <a:extLst>
                <a:ext uri="{FF2B5EF4-FFF2-40B4-BE49-F238E27FC236}">
                  <a16:creationId xmlns="" xmlns:a16="http://schemas.microsoft.com/office/drawing/2014/main" id="{79292FA3-A80E-1540-0024-754AADCDB015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5" name="TextBox 15">
              <a:extLst>
                <a:ext uri="{FF2B5EF4-FFF2-40B4-BE49-F238E27FC236}">
                  <a16:creationId xmlns="" xmlns:a16="http://schemas.microsoft.com/office/drawing/2014/main" id="{5A8C7117-591A-F089-5F54-0229077FDEA1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>
            <a:extLst>
              <a:ext uri="{FF2B5EF4-FFF2-40B4-BE49-F238E27FC236}">
                <a16:creationId xmlns="" xmlns:a16="http://schemas.microsoft.com/office/drawing/2014/main" id="{29278237-7990-A997-2285-EB2F5BB4EF44}"/>
              </a:ext>
            </a:extLst>
          </p:cNvPr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>
              <a:extLst>
                <a:ext uri="{FF2B5EF4-FFF2-40B4-BE49-F238E27FC236}">
                  <a16:creationId xmlns="" xmlns:a16="http://schemas.microsoft.com/office/drawing/2014/main" id="{F37C1434-DB0E-53EF-4140-56A0F3CD6EAB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>
              <a:extLst>
                <a:ext uri="{FF2B5EF4-FFF2-40B4-BE49-F238E27FC236}">
                  <a16:creationId xmlns="" xmlns:a16="http://schemas.microsoft.com/office/drawing/2014/main" id="{4FC388C1-59EC-CA17-BA41-9AF3AAD42D8B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9" name="Group 19">
            <a:extLst>
              <a:ext uri="{FF2B5EF4-FFF2-40B4-BE49-F238E27FC236}">
                <a16:creationId xmlns="" xmlns:a16="http://schemas.microsoft.com/office/drawing/2014/main" id="{90F65A21-E49B-9858-6EAD-EBC3142E6239}"/>
              </a:ext>
            </a:extLst>
          </p:cNvPr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>
              <a:extLst>
                <a:ext uri="{FF2B5EF4-FFF2-40B4-BE49-F238E27FC236}">
                  <a16:creationId xmlns="" xmlns:a16="http://schemas.microsoft.com/office/drawing/2014/main" id="{EFDE14F0-9F59-E35F-B5B7-45C77C563545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>
              <a:extLst>
                <a:ext uri="{FF2B5EF4-FFF2-40B4-BE49-F238E27FC236}">
                  <a16:creationId xmlns="" xmlns:a16="http://schemas.microsoft.com/office/drawing/2014/main" id="{E1181869-B448-2B7A-67F5-160B09C76D91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>
            <a:extLst>
              <a:ext uri="{FF2B5EF4-FFF2-40B4-BE49-F238E27FC236}">
                <a16:creationId xmlns="" xmlns:a16="http://schemas.microsoft.com/office/drawing/2014/main" id="{8B27AB66-420C-E7D0-5891-910B564CA2C2}"/>
              </a:ext>
            </a:extLst>
          </p:cNvPr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>
              <a:extLst>
                <a:ext uri="{FF2B5EF4-FFF2-40B4-BE49-F238E27FC236}">
                  <a16:creationId xmlns="" xmlns:a16="http://schemas.microsoft.com/office/drawing/2014/main" id="{F0605CE2-624E-D2DA-6357-65C5FA138C6C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>
              <a:extLst>
                <a:ext uri="{FF2B5EF4-FFF2-40B4-BE49-F238E27FC236}">
                  <a16:creationId xmlns="" xmlns:a16="http://schemas.microsoft.com/office/drawing/2014/main" id="{DA9B1286-A8A4-091B-5AF9-F0B275F703E9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5" name="Group 25">
            <a:extLst>
              <a:ext uri="{FF2B5EF4-FFF2-40B4-BE49-F238E27FC236}">
                <a16:creationId xmlns="" xmlns:a16="http://schemas.microsoft.com/office/drawing/2014/main" id="{127DF020-AEA7-8D57-9411-90D58D65D05B}"/>
              </a:ext>
            </a:extLst>
          </p:cNvPr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>
              <a:extLst>
                <a:ext uri="{FF2B5EF4-FFF2-40B4-BE49-F238E27FC236}">
                  <a16:creationId xmlns="" xmlns:a16="http://schemas.microsoft.com/office/drawing/2014/main" id="{00BA2729-D580-CF8D-87CD-EE786F2E40E1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>
              <a:extLst>
                <a:ext uri="{FF2B5EF4-FFF2-40B4-BE49-F238E27FC236}">
                  <a16:creationId xmlns="" xmlns:a16="http://schemas.microsoft.com/office/drawing/2014/main" id="{F0B6F8BA-7047-AE2A-DB03-E6846F9FAEAB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8" name="Group 28">
            <a:extLst>
              <a:ext uri="{FF2B5EF4-FFF2-40B4-BE49-F238E27FC236}">
                <a16:creationId xmlns="" xmlns:a16="http://schemas.microsoft.com/office/drawing/2014/main" id="{B5DE7324-71F9-1D79-AB1E-F97481653389}"/>
              </a:ext>
            </a:extLst>
          </p:cNvPr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>
              <a:extLst>
                <a:ext uri="{FF2B5EF4-FFF2-40B4-BE49-F238E27FC236}">
                  <a16:creationId xmlns="" xmlns:a16="http://schemas.microsoft.com/office/drawing/2014/main" id="{E780ED4E-44DF-E344-CCEA-834D1374F6A5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>
              <a:extLst>
                <a:ext uri="{FF2B5EF4-FFF2-40B4-BE49-F238E27FC236}">
                  <a16:creationId xmlns="" xmlns:a16="http://schemas.microsoft.com/office/drawing/2014/main" id="{AC7D9CD8-E54E-AD67-D59B-5D4A37A1B415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>
            <a:extLst>
              <a:ext uri="{FF2B5EF4-FFF2-40B4-BE49-F238E27FC236}">
                <a16:creationId xmlns="" xmlns:a16="http://schemas.microsoft.com/office/drawing/2014/main" id="{E3560347-DE50-10F7-9905-7228E593D280}"/>
              </a:ext>
            </a:extLst>
          </p:cNvPr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>
              <a:extLst>
                <a:ext uri="{FF2B5EF4-FFF2-40B4-BE49-F238E27FC236}">
                  <a16:creationId xmlns="" xmlns:a16="http://schemas.microsoft.com/office/drawing/2014/main" id="{1B9E463A-B010-8D72-6350-7242CB0AAF56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>
              <a:extLst>
                <a:ext uri="{FF2B5EF4-FFF2-40B4-BE49-F238E27FC236}">
                  <a16:creationId xmlns="" xmlns:a16="http://schemas.microsoft.com/office/drawing/2014/main" id="{C15BE220-858E-1446-5B56-D3329A06A997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grpSp>
        <p:nvGrpSpPr>
          <p:cNvPr id="35" name="Group 35">
            <a:extLst>
              <a:ext uri="{FF2B5EF4-FFF2-40B4-BE49-F238E27FC236}">
                <a16:creationId xmlns="" xmlns:a16="http://schemas.microsoft.com/office/drawing/2014/main" id="{A36A5C58-00A3-2FE9-36E4-D92AAF44A0F5}"/>
              </a:ext>
            </a:extLst>
          </p:cNvPr>
          <p:cNvGrpSpPr/>
          <p:nvPr/>
        </p:nvGrpSpPr>
        <p:grpSpPr>
          <a:xfrm>
            <a:off x="17170670" y="-178579"/>
            <a:ext cx="10994424" cy="10994424"/>
            <a:chOff x="0" y="0"/>
            <a:chExt cx="812800" cy="812800"/>
          </a:xfrm>
        </p:grpSpPr>
        <p:sp>
          <p:nvSpPr>
            <p:cNvPr id="36" name="Freeform 36">
              <a:extLst>
                <a:ext uri="{FF2B5EF4-FFF2-40B4-BE49-F238E27FC236}">
                  <a16:creationId xmlns="" xmlns:a16="http://schemas.microsoft.com/office/drawing/2014/main" id="{BADF0EED-F663-F70E-9BB3-C0F576114D01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37" name="TextBox 37">
              <a:extLst>
                <a:ext uri="{FF2B5EF4-FFF2-40B4-BE49-F238E27FC236}">
                  <a16:creationId xmlns="" xmlns:a16="http://schemas.microsoft.com/office/drawing/2014/main" id="{54542349-F329-7DA6-DBD4-7EFA939B9892}"/>
                </a:ext>
              </a:extLst>
            </p:cNvPr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3" name="TextBox 42">
            <a:extLst>
              <a:ext uri="{FF2B5EF4-FFF2-40B4-BE49-F238E27FC236}">
                <a16:creationId xmlns="" xmlns:a16="http://schemas.microsoft.com/office/drawing/2014/main" id="{B6CAD810-8433-9B89-E144-29986E25063F}"/>
              </a:ext>
            </a:extLst>
          </p:cNvPr>
          <p:cNvSpPr txBox="1"/>
          <p:nvPr/>
        </p:nvSpPr>
        <p:spPr>
          <a:xfrm>
            <a:off x="152400" y="342900"/>
            <a:ext cx="163068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SCREENSHOTS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="" xmlns:a16="http://schemas.microsoft.com/office/drawing/2014/main" id="{746F2C30-13B1-3754-C147-D58A899BC459}"/>
              </a:ext>
            </a:extLst>
          </p:cNvPr>
          <p:cNvSpPr txBox="1"/>
          <p:nvPr/>
        </p:nvSpPr>
        <p:spPr>
          <a:xfrm>
            <a:off x="2209800" y="1638300"/>
            <a:ext cx="15082325" cy="56938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Tx/>
              <a:buChar char="-"/>
            </a:pPr>
            <a:r>
              <a:rPr lang="en-US" sz="2800" dirty="0"/>
              <a:t>Home Page</a:t>
            </a:r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  <p:sp>
        <p:nvSpPr>
          <p:cNvPr id="4" name="TextBox 3">
            <a:extLst>
              <a:ext uri="{FF2B5EF4-FFF2-40B4-BE49-F238E27FC236}">
                <a16:creationId xmlns="" xmlns:a16="http://schemas.microsoft.com/office/drawing/2014/main" id="{A98B241D-F183-B5C3-8392-4751B452AFCC}"/>
              </a:ext>
            </a:extLst>
          </p:cNvPr>
          <p:cNvSpPr txBox="1"/>
          <p:nvPr/>
        </p:nvSpPr>
        <p:spPr>
          <a:xfrm>
            <a:off x="2647899" y="7793962"/>
            <a:ext cx="14084672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500" dirty="0"/>
              <a:t>The Home page displays the list of upcoming events available </a:t>
            </a:r>
            <a:r>
              <a:rPr lang="en-US" sz="2500" dirty="0" err="1"/>
              <a:t>inthe</a:t>
            </a:r>
            <a:r>
              <a:rPr lang="en-US" sz="2500" dirty="0"/>
              <a:t> Smart Campus Event Management System.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500" dirty="0"/>
              <a:t>It allows users to view event </a:t>
            </a:r>
            <a:r>
              <a:rPr lang="en-US" sz="2500" dirty="0" err="1"/>
              <a:t>detailssuch</a:t>
            </a:r>
            <a:r>
              <a:rPr lang="en-US" sz="2500" dirty="0"/>
              <a:t> as event name, date, location, and status, and provides options to manage events.</a:t>
            </a:r>
            <a:endParaRPr lang="en-IN" sz="2500" dirty="0"/>
          </a:p>
        </p:txBody>
      </p:sp>
      <p:pic>
        <p:nvPicPr>
          <p:cNvPr id="19457" name="Picture 1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038600" y="2628900"/>
            <a:ext cx="10839530" cy="4921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="" xmlns:p14="http://schemas.microsoft.com/office/powerpoint/2010/main" val="398118739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E59290FF-DAF0-19F0-515A-98EC635869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>
            <a:extLst>
              <a:ext uri="{FF2B5EF4-FFF2-40B4-BE49-F238E27FC236}">
                <a16:creationId xmlns="" xmlns:a16="http://schemas.microsoft.com/office/drawing/2014/main" id="{314299F7-7707-73D2-CD99-55E1B84836B4}"/>
              </a:ext>
            </a:extLst>
          </p:cNvPr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>
              <a:extLst>
                <a:ext uri="{FF2B5EF4-FFF2-40B4-BE49-F238E27FC236}">
                  <a16:creationId xmlns="" xmlns:a16="http://schemas.microsoft.com/office/drawing/2014/main" id="{967F0C0B-2AE6-7F6B-C72C-43F34D9E175E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9" name="TextBox 9">
              <a:extLst>
                <a:ext uri="{FF2B5EF4-FFF2-40B4-BE49-F238E27FC236}">
                  <a16:creationId xmlns="" xmlns:a16="http://schemas.microsoft.com/office/drawing/2014/main" id="{D4FDAA79-B0A0-60F4-209B-5C66DA88F4E9}"/>
                </a:ext>
              </a:extLst>
            </p:cNvPr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400" b="1" dirty="0">
                  <a:solidFill>
                    <a:srgbClr val="002060"/>
                  </a:solidFill>
                  <a:latin typeface="Gotham"/>
                  <a:ea typeface="Gotham"/>
                  <a:cs typeface="Gotham"/>
                  <a:sym typeface="Gotham"/>
                </a:rPr>
                <a:t>8(B)</a:t>
              </a:r>
            </a:p>
          </p:txBody>
        </p:sp>
      </p:grpSp>
      <p:grpSp>
        <p:nvGrpSpPr>
          <p:cNvPr id="10" name="Group 10">
            <a:extLst>
              <a:ext uri="{FF2B5EF4-FFF2-40B4-BE49-F238E27FC236}">
                <a16:creationId xmlns="" xmlns:a16="http://schemas.microsoft.com/office/drawing/2014/main" id="{2518FC5A-DEE1-7ED0-6F6B-4708F37618AB}"/>
              </a:ext>
            </a:extLst>
          </p:cNvPr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>
              <a:extLst>
                <a:ext uri="{FF2B5EF4-FFF2-40B4-BE49-F238E27FC236}">
                  <a16:creationId xmlns="" xmlns:a16="http://schemas.microsoft.com/office/drawing/2014/main" id="{4E402821-1AF1-1C2B-CC14-759CE816333E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2" name="TextBox 12">
              <a:extLst>
                <a:ext uri="{FF2B5EF4-FFF2-40B4-BE49-F238E27FC236}">
                  <a16:creationId xmlns="" xmlns:a16="http://schemas.microsoft.com/office/drawing/2014/main" id="{90DBB0D9-098A-CDEA-0E1F-766E9247C87E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3" name="Group 13">
            <a:extLst>
              <a:ext uri="{FF2B5EF4-FFF2-40B4-BE49-F238E27FC236}">
                <a16:creationId xmlns="" xmlns:a16="http://schemas.microsoft.com/office/drawing/2014/main" id="{980F7596-4B63-D90E-CF90-F4C6A79ABBB3}"/>
              </a:ext>
            </a:extLst>
          </p:cNvPr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>
              <a:extLst>
                <a:ext uri="{FF2B5EF4-FFF2-40B4-BE49-F238E27FC236}">
                  <a16:creationId xmlns="" xmlns:a16="http://schemas.microsoft.com/office/drawing/2014/main" id="{CCB50B9E-A1B1-5036-85C1-8687573B134A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5" name="TextBox 15">
              <a:extLst>
                <a:ext uri="{FF2B5EF4-FFF2-40B4-BE49-F238E27FC236}">
                  <a16:creationId xmlns="" xmlns:a16="http://schemas.microsoft.com/office/drawing/2014/main" id="{A83B7164-5097-77CE-14C2-12B7F08C2A0C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>
            <a:extLst>
              <a:ext uri="{FF2B5EF4-FFF2-40B4-BE49-F238E27FC236}">
                <a16:creationId xmlns="" xmlns:a16="http://schemas.microsoft.com/office/drawing/2014/main" id="{C1BC24D1-2124-D38B-DEFC-40B65FE4956E}"/>
              </a:ext>
            </a:extLst>
          </p:cNvPr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>
              <a:extLst>
                <a:ext uri="{FF2B5EF4-FFF2-40B4-BE49-F238E27FC236}">
                  <a16:creationId xmlns="" xmlns:a16="http://schemas.microsoft.com/office/drawing/2014/main" id="{99613572-8E10-FD58-CC21-48F99EF317B3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>
              <a:extLst>
                <a:ext uri="{FF2B5EF4-FFF2-40B4-BE49-F238E27FC236}">
                  <a16:creationId xmlns="" xmlns:a16="http://schemas.microsoft.com/office/drawing/2014/main" id="{4F21FD39-A463-74AA-EFE1-EEC2B32FB047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9" name="Group 19">
            <a:extLst>
              <a:ext uri="{FF2B5EF4-FFF2-40B4-BE49-F238E27FC236}">
                <a16:creationId xmlns="" xmlns:a16="http://schemas.microsoft.com/office/drawing/2014/main" id="{240B8A30-2890-68DD-A090-836A1264B876}"/>
              </a:ext>
            </a:extLst>
          </p:cNvPr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>
              <a:extLst>
                <a:ext uri="{FF2B5EF4-FFF2-40B4-BE49-F238E27FC236}">
                  <a16:creationId xmlns="" xmlns:a16="http://schemas.microsoft.com/office/drawing/2014/main" id="{5CC1AC30-375F-2AE3-303F-68E7A9F29773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>
              <a:extLst>
                <a:ext uri="{FF2B5EF4-FFF2-40B4-BE49-F238E27FC236}">
                  <a16:creationId xmlns="" xmlns:a16="http://schemas.microsoft.com/office/drawing/2014/main" id="{83480075-A250-4DDB-D30B-375A4E5E2B9A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>
            <a:extLst>
              <a:ext uri="{FF2B5EF4-FFF2-40B4-BE49-F238E27FC236}">
                <a16:creationId xmlns="" xmlns:a16="http://schemas.microsoft.com/office/drawing/2014/main" id="{B21966E9-ABD2-62E0-51D9-014240A7C457}"/>
              </a:ext>
            </a:extLst>
          </p:cNvPr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>
              <a:extLst>
                <a:ext uri="{FF2B5EF4-FFF2-40B4-BE49-F238E27FC236}">
                  <a16:creationId xmlns="" xmlns:a16="http://schemas.microsoft.com/office/drawing/2014/main" id="{5BE098AE-D67C-B061-B15E-00EA52D3C2EA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>
              <a:extLst>
                <a:ext uri="{FF2B5EF4-FFF2-40B4-BE49-F238E27FC236}">
                  <a16:creationId xmlns="" xmlns:a16="http://schemas.microsoft.com/office/drawing/2014/main" id="{CFDDF987-1084-10C3-8E00-EB68B316D717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5" name="Group 25">
            <a:extLst>
              <a:ext uri="{FF2B5EF4-FFF2-40B4-BE49-F238E27FC236}">
                <a16:creationId xmlns="" xmlns:a16="http://schemas.microsoft.com/office/drawing/2014/main" id="{9D3EE7B6-0E75-5192-3ABC-CE372B17F204}"/>
              </a:ext>
            </a:extLst>
          </p:cNvPr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>
              <a:extLst>
                <a:ext uri="{FF2B5EF4-FFF2-40B4-BE49-F238E27FC236}">
                  <a16:creationId xmlns="" xmlns:a16="http://schemas.microsoft.com/office/drawing/2014/main" id="{CC41D4CE-5E6B-4F8D-8DFF-8C0F80F049FD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>
              <a:extLst>
                <a:ext uri="{FF2B5EF4-FFF2-40B4-BE49-F238E27FC236}">
                  <a16:creationId xmlns="" xmlns:a16="http://schemas.microsoft.com/office/drawing/2014/main" id="{CF159FD1-F666-3681-71C3-068FC2CF84E1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8" name="Group 28">
            <a:extLst>
              <a:ext uri="{FF2B5EF4-FFF2-40B4-BE49-F238E27FC236}">
                <a16:creationId xmlns="" xmlns:a16="http://schemas.microsoft.com/office/drawing/2014/main" id="{5567B376-DF70-DF75-6D18-AA4229870505}"/>
              </a:ext>
            </a:extLst>
          </p:cNvPr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>
              <a:extLst>
                <a:ext uri="{FF2B5EF4-FFF2-40B4-BE49-F238E27FC236}">
                  <a16:creationId xmlns="" xmlns:a16="http://schemas.microsoft.com/office/drawing/2014/main" id="{3065CB94-D87D-AA1E-C38A-DD0876D43387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>
              <a:extLst>
                <a:ext uri="{FF2B5EF4-FFF2-40B4-BE49-F238E27FC236}">
                  <a16:creationId xmlns="" xmlns:a16="http://schemas.microsoft.com/office/drawing/2014/main" id="{0A741C88-4863-1AAC-E146-D5548D74353C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>
            <a:extLst>
              <a:ext uri="{FF2B5EF4-FFF2-40B4-BE49-F238E27FC236}">
                <a16:creationId xmlns="" xmlns:a16="http://schemas.microsoft.com/office/drawing/2014/main" id="{4B9D541C-5801-2DFF-AB9F-155D0901269F}"/>
              </a:ext>
            </a:extLst>
          </p:cNvPr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>
              <a:extLst>
                <a:ext uri="{FF2B5EF4-FFF2-40B4-BE49-F238E27FC236}">
                  <a16:creationId xmlns="" xmlns:a16="http://schemas.microsoft.com/office/drawing/2014/main" id="{124B73CF-58E8-D4C9-C606-EC0BB1758C1E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>
              <a:extLst>
                <a:ext uri="{FF2B5EF4-FFF2-40B4-BE49-F238E27FC236}">
                  <a16:creationId xmlns="" xmlns:a16="http://schemas.microsoft.com/office/drawing/2014/main" id="{05A94C04-148C-07B8-D8DF-84D85DA9CE7C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grpSp>
        <p:nvGrpSpPr>
          <p:cNvPr id="35" name="Group 35">
            <a:extLst>
              <a:ext uri="{FF2B5EF4-FFF2-40B4-BE49-F238E27FC236}">
                <a16:creationId xmlns="" xmlns:a16="http://schemas.microsoft.com/office/drawing/2014/main" id="{F7E562C1-1FE0-C12E-7AA6-A4C65AC5F275}"/>
              </a:ext>
            </a:extLst>
          </p:cNvPr>
          <p:cNvGrpSpPr/>
          <p:nvPr/>
        </p:nvGrpSpPr>
        <p:grpSpPr>
          <a:xfrm>
            <a:off x="17170670" y="-178579"/>
            <a:ext cx="10994424" cy="10994424"/>
            <a:chOff x="0" y="0"/>
            <a:chExt cx="812800" cy="812800"/>
          </a:xfrm>
        </p:grpSpPr>
        <p:sp>
          <p:nvSpPr>
            <p:cNvPr id="36" name="Freeform 36">
              <a:extLst>
                <a:ext uri="{FF2B5EF4-FFF2-40B4-BE49-F238E27FC236}">
                  <a16:creationId xmlns="" xmlns:a16="http://schemas.microsoft.com/office/drawing/2014/main" id="{E8188463-8215-F487-89B3-AB0AAF837869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37" name="TextBox 37">
              <a:extLst>
                <a:ext uri="{FF2B5EF4-FFF2-40B4-BE49-F238E27FC236}">
                  <a16:creationId xmlns="" xmlns:a16="http://schemas.microsoft.com/office/drawing/2014/main" id="{10D03EBE-8274-A03D-6795-437258656599}"/>
                </a:ext>
              </a:extLst>
            </p:cNvPr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3" name="TextBox 42">
            <a:extLst>
              <a:ext uri="{FF2B5EF4-FFF2-40B4-BE49-F238E27FC236}">
                <a16:creationId xmlns="" xmlns:a16="http://schemas.microsoft.com/office/drawing/2014/main" id="{896DC7D6-0A9A-5FF5-FAF5-D10A3B27754D}"/>
              </a:ext>
            </a:extLst>
          </p:cNvPr>
          <p:cNvSpPr txBox="1"/>
          <p:nvPr/>
        </p:nvSpPr>
        <p:spPr>
          <a:xfrm>
            <a:off x="152400" y="342900"/>
            <a:ext cx="1630679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SCREENSHOTS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="" xmlns:a16="http://schemas.microsoft.com/office/drawing/2014/main" id="{00CF8373-663E-AF7B-9EC2-C521AD6F7AFA}"/>
              </a:ext>
            </a:extLst>
          </p:cNvPr>
          <p:cNvSpPr txBox="1"/>
          <p:nvPr/>
        </p:nvSpPr>
        <p:spPr>
          <a:xfrm>
            <a:off x="2163503" y="1191520"/>
            <a:ext cx="15146756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Tx/>
              <a:buChar char="-"/>
            </a:pPr>
            <a:endParaRPr lang="en-US" sz="2800"/>
          </a:p>
          <a:p>
            <a:pPr marL="457200" indent="-457200">
              <a:buFontTx/>
              <a:buChar char="-"/>
            </a:pPr>
            <a:endParaRPr lang="en-US" sz="2800"/>
          </a:p>
          <a:p>
            <a:pPr marL="457200" indent="-457200">
              <a:buFontTx/>
              <a:buChar char="-"/>
            </a:pPr>
            <a:r>
              <a:rPr lang="en-US" sz="2800"/>
              <a:t>Admin Login Page</a:t>
            </a:r>
          </a:p>
          <a:p>
            <a:pPr marL="457200" indent="-457200">
              <a:buFontTx/>
              <a:buChar char="-"/>
            </a:pPr>
            <a:endParaRPr lang="en-US" sz="2800"/>
          </a:p>
          <a:p>
            <a:pPr marL="457200" indent="-457200">
              <a:buFontTx/>
              <a:buChar char="-"/>
            </a:pPr>
            <a:endParaRPr lang="en-US" sz="2800"/>
          </a:p>
          <a:p>
            <a:pPr marL="457200" indent="-457200">
              <a:buFontTx/>
              <a:buChar char="-"/>
            </a:pPr>
            <a:endParaRPr lang="en-US" sz="2800"/>
          </a:p>
          <a:p>
            <a:pPr marL="457200" indent="-457200">
              <a:buFontTx/>
              <a:buChar char="-"/>
            </a:pPr>
            <a:endParaRPr lang="en-US" sz="2800"/>
          </a:p>
          <a:p>
            <a:pPr marL="457200" indent="-457200">
              <a:buFontTx/>
              <a:buChar char="-"/>
            </a:pPr>
            <a:endParaRPr lang="en-US" sz="2800"/>
          </a:p>
          <a:p>
            <a:pPr marL="457200" indent="-457200">
              <a:buFontTx/>
              <a:buChar char="-"/>
            </a:pPr>
            <a:endParaRPr lang="en-US" sz="2800"/>
          </a:p>
          <a:p>
            <a:pPr marL="457200" indent="-457200">
              <a:buFontTx/>
              <a:buChar char="-"/>
            </a:pPr>
            <a:endParaRPr lang="en-US" sz="280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  <p:pic>
        <p:nvPicPr>
          <p:cNvPr id="4" name="Picture 3">
            <a:extLst>
              <a:ext uri="{FF2B5EF4-FFF2-40B4-BE49-F238E27FC236}">
                <a16:creationId xmlns="" xmlns:a16="http://schemas.microsoft.com/office/drawing/2014/main" id="{2B40E876-6A79-F813-4E49-0CB078641EAC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5638800" y="3119017"/>
            <a:ext cx="7010400" cy="5800725"/>
          </a:xfrm>
          <a:prstGeom prst="rect">
            <a:avLst/>
          </a:prstGeom>
        </p:spPr>
      </p:pic>
      <p:pic>
        <p:nvPicPr>
          <p:cNvPr id="18433" name="Picture 1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819400" y="3086100"/>
            <a:ext cx="12860337" cy="58880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="" xmlns:p14="http://schemas.microsoft.com/office/powerpoint/2010/main" val="71783419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0AA87EDB-0A9E-FF97-BA9D-903D9AE0A6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>
            <a:extLst>
              <a:ext uri="{FF2B5EF4-FFF2-40B4-BE49-F238E27FC236}">
                <a16:creationId xmlns="" xmlns:a16="http://schemas.microsoft.com/office/drawing/2014/main" id="{2814B32A-92E2-5D72-F6C2-CE3606DC8D56}"/>
              </a:ext>
            </a:extLst>
          </p:cNvPr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>
              <a:extLst>
                <a:ext uri="{FF2B5EF4-FFF2-40B4-BE49-F238E27FC236}">
                  <a16:creationId xmlns="" xmlns:a16="http://schemas.microsoft.com/office/drawing/2014/main" id="{6E931FC2-2863-00BE-C892-D051F2D8DB9A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9" name="TextBox 9">
              <a:extLst>
                <a:ext uri="{FF2B5EF4-FFF2-40B4-BE49-F238E27FC236}">
                  <a16:creationId xmlns="" xmlns:a16="http://schemas.microsoft.com/office/drawing/2014/main" id="{970FD0A7-6A97-D8CE-B32E-6EB53028A1D2}"/>
                </a:ext>
              </a:extLst>
            </p:cNvPr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400" b="1" dirty="0">
                  <a:solidFill>
                    <a:srgbClr val="002060"/>
                  </a:solidFill>
                  <a:latin typeface="Gotham"/>
                  <a:ea typeface="Gotham"/>
                  <a:cs typeface="Gotham"/>
                  <a:sym typeface="Gotham"/>
                </a:rPr>
                <a:t>8(B)</a:t>
              </a:r>
            </a:p>
          </p:txBody>
        </p:sp>
      </p:grpSp>
      <p:grpSp>
        <p:nvGrpSpPr>
          <p:cNvPr id="10" name="Group 10">
            <a:extLst>
              <a:ext uri="{FF2B5EF4-FFF2-40B4-BE49-F238E27FC236}">
                <a16:creationId xmlns="" xmlns:a16="http://schemas.microsoft.com/office/drawing/2014/main" id="{E95A9E5F-25D0-7B2D-2861-9DD4642AE3F7}"/>
              </a:ext>
            </a:extLst>
          </p:cNvPr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>
              <a:extLst>
                <a:ext uri="{FF2B5EF4-FFF2-40B4-BE49-F238E27FC236}">
                  <a16:creationId xmlns="" xmlns:a16="http://schemas.microsoft.com/office/drawing/2014/main" id="{F13CCCF8-F5A1-A177-5642-24B7CE58E1D5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2" name="TextBox 12">
              <a:extLst>
                <a:ext uri="{FF2B5EF4-FFF2-40B4-BE49-F238E27FC236}">
                  <a16:creationId xmlns="" xmlns:a16="http://schemas.microsoft.com/office/drawing/2014/main" id="{51D58F2B-CBB6-4A81-3CE0-B1AB3E91832D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3" name="Group 13">
            <a:extLst>
              <a:ext uri="{FF2B5EF4-FFF2-40B4-BE49-F238E27FC236}">
                <a16:creationId xmlns="" xmlns:a16="http://schemas.microsoft.com/office/drawing/2014/main" id="{955B962C-5F10-D708-E130-79858422B862}"/>
              </a:ext>
            </a:extLst>
          </p:cNvPr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>
              <a:extLst>
                <a:ext uri="{FF2B5EF4-FFF2-40B4-BE49-F238E27FC236}">
                  <a16:creationId xmlns="" xmlns:a16="http://schemas.microsoft.com/office/drawing/2014/main" id="{953152FA-4E71-EE89-AC0B-6590A7CF1ADA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5" name="TextBox 15">
              <a:extLst>
                <a:ext uri="{FF2B5EF4-FFF2-40B4-BE49-F238E27FC236}">
                  <a16:creationId xmlns="" xmlns:a16="http://schemas.microsoft.com/office/drawing/2014/main" id="{840C36F0-47E7-156A-9EE1-87B17F01C17E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>
            <a:extLst>
              <a:ext uri="{FF2B5EF4-FFF2-40B4-BE49-F238E27FC236}">
                <a16:creationId xmlns="" xmlns:a16="http://schemas.microsoft.com/office/drawing/2014/main" id="{CADC0B48-C3C3-5C2C-EA53-A7B419EB4FD5}"/>
              </a:ext>
            </a:extLst>
          </p:cNvPr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>
              <a:extLst>
                <a:ext uri="{FF2B5EF4-FFF2-40B4-BE49-F238E27FC236}">
                  <a16:creationId xmlns="" xmlns:a16="http://schemas.microsoft.com/office/drawing/2014/main" id="{9CD87301-EA4E-3613-6AA2-1E07DD21C0CA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>
              <a:extLst>
                <a:ext uri="{FF2B5EF4-FFF2-40B4-BE49-F238E27FC236}">
                  <a16:creationId xmlns="" xmlns:a16="http://schemas.microsoft.com/office/drawing/2014/main" id="{016FDBFB-7916-31F3-05DB-0133B196C298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9" name="Group 19">
            <a:extLst>
              <a:ext uri="{FF2B5EF4-FFF2-40B4-BE49-F238E27FC236}">
                <a16:creationId xmlns="" xmlns:a16="http://schemas.microsoft.com/office/drawing/2014/main" id="{41CA7C55-ABEF-C03C-AE82-7285AF6CB854}"/>
              </a:ext>
            </a:extLst>
          </p:cNvPr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>
              <a:extLst>
                <a:ext uri="{FF2B5EF4-FFF2-40B4-BE49-F238E27FC236}">
                  <a16:creationId xmlns="" xmlns:a16="http://schemas.microsoft.com/office/drawing/2014/main" id="{813D5208-4F71-9BEA-5D92-8E4DA540DF7C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>
              <a:extLst>
                <a:ext uri="{FF2B5EF4-FFF2-40B4-BE49-F238E27FC236}">
                  <a16:creationId xmlns="" xmlns:a16="http://schemas.microsoft.com/office/drawing/2014/main" id="{0334C27C-C8C2-D204-4BE2-F505DC1E135D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>
            <a:extLst>
              <a:ext uri="{FF2B5EF4-FFF2-40B4-BE49-F238E27FC236}">
                <a16:creationId xmlns="" xmlns:a16="http://schemas.microsoft.com/office/drawing/2014/main" id="{DB3DFC08-D565-E873-DD4F-29C4256699A3}"/>
              </a:ext>
            </a:extLst>
          </p:cNvPr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>
              <a:extLst>
                <a:ext uri="{FF2B5EF4-FFF2-40B4-BE49-F238E27FC236}">
                  <a16:creationId xmlns="" xmlns:a16="http://schemas.microsoft.com/office/drawing/2014/main" id="{8F41769F-822C-B57F-B5B3-A79EB6CBCCD0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>
              <a:extLst>
                <a:ext uri="{FF2B5EF4-FFF2-40B4-BE49-F238E27FC236}">
                  <a16:creationId xmlns="" xmlns:a16="http://schemas.microsoft.com/office/drawing/2014/main" id="{E6305126-43B2-9CCC-0A35-58D378BA1BD9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5" name="Group 25">
            <a:extLst>
              <a:ext uri="{FF2B5EF4-FFF2-40B4-BE49-F238E27FC236}">
                <a16:creationId xmlns="" xmlns:a16="http://schemas.microsoft.com/office/drawing/2014/main" id="{76F16014-BD8E-23FE-C3D9-09A39702BA61}"/>
              </a:ext>
            </a:extLst>
          </p:cNvPr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>
              <a:extLst>
                <a:ext uri="{FF2B5EF4-FFF2-40B4-BE49-F238E27FC236}">
                  <a16:creationId xmlns="" xmlns:a16="http://schemas.microsoft.com/office/drawing/2014/main" id="{8B66D4B2-0D52-6903-219E-5AB9B982D629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>
              <a:extLst>
                <a:ext uri="{FF2B5EF4-FFF2-40B4-BE49-F238E27FC236}">
                  <a16:creationId xmlns="" xmlns:a16="http://schemas.microsoft.com/office/drawing/2014/main" id="{3B97A324-B65C-94DE-1384-82B0EEF4CF11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8" name="Group 28">
            <a:extLst>
              <a:ext uri="{FF2B5EF4-FFF2-40B4-BE49-F238E27FC236}">
                <a16:creationId xmlns="" xmlns:a16="http://schemas.microsoft.com/office/drawing/2014/main" id="{75B53332-30D4-7106-4330-A51AC7B7E050}"/>
              </a:ext>
            </a:extLst>
          </p:cNvPr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>
              <a:extLst>
                <a:ext uri="{FF2B5EF4-FFF2-40B4-BE49-F238E27FC236}">
                  <a16:creationId xmlns="" xmlns:a16="http://schemas.microsoft.com/office/drawing/2014/main" id="{4808DE08-1813-168A-88FF-364A0D54704D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>
              <a:extLst>
                <a:ext uri="{FF2B5EF4-FFF2-40B4-BE49-F238E27FC236}">
                  <a16:creationId xmlns="" xmlns:a16="http://schemas.microsoft.com/office/drawing/2014/main" id="{14C039FE-A527-2E62-D77E-64CBA669BBAA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>
            <a:extLst>
              <a:ext uri="{FF2B5EF4-FFF2-40B4-BE49-F238E27FC236}">
                <a16:creationId xmlns="" xmlns:a16="http://schemas.microsoft.com/office/drawing/2014/main" id="{552E13EB-E8B4-B3BE-76DB-C7BFC2AE7EF0}"/>
              </a:ext>
            </a:extLst>
          </p:cNvPr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>
              <a:extLst>
                <a:ext uri="{FF2B5EF4-FFF2-40B4-BE49-F238E27FC236}">
                  <a16:creationId xmlns="" xmlns:a16="http://schemas.microsoft.com/office/drawing/2014/main" id="{E658B565-02CF-8E14-37EC-0CA6327C3560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>
              <a:extLst>
                <a:ext uri="{FF2B5EF4-FFF2-40B4-BE49-F238E27FC236}">
                  <a16:creationId xmlns="" xmlns:a16="http://schemas.microsoft.com/office/drawing/2014/main" id="{FA78BB57-9BC1-9177-161B-7BA942C03697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grpSp>
        <p:nvGrpSpPr>
          <p:cNvPr id="35" name="Group 35">
            <a:extLst>
              <a:ext uri="{FF2B5EF4-FFF2-40B4-BE49-F238E27FC236}">
                <a16:creationId xmlns="" xmlns:a16="http://schemas.microsoft.com/office/drawing/2014/main" id="{F6226F7E-98D4-DCF0-452C-BA518A53B92A}"/>
              </a:ext>
            </a:extLst>
          </p:cNvPr>
          <p:cNvGrpSpPr/>
          <p:nvPr/>
        </p:nvGrpSpPr>
        <p:grpSpPr>
          <a:xfrm>
            <a:off x="17170670" y="-178579"/>
            <a:ext cx="10994424" cy="10994424"/>
            <a:chOff x="0" y="0"/>
            <a:chExt cx="812800" cy="812800"/>
          </a:xfrm>
        </p:grpSpPr>
        <p:sp>
          <p:nvSpPr>
            <p:cNvPr id="36" name="Freeform 36">
              <a:extLst>
                <a:ext uri="{FF2B5EF4-FFF2-40B4-BE49-F238E27FC236}">
                  <a16:creationId xmlns="" xmlns:a16="http://schemas.microsoft.com/office/drawing/2014/main" id="{DE140971-9D53-20D9-EDEA-D61A39AE7F9B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37" name="TextBox 37">
              <a:extLst>
                <a:ext uri="{FF2B5EF4-FFF2-40B4-BE49-F238E27FC236}">
                  <a16:creationId xmlns="" xmlns:a16="http://schemas.microsoft.com/office/drawing/2014/main" id="{0C88D3F8-78F4-F405-27C3-55FBF4A4C563}"/>
                </a:ext>
              </a:extLst>
            </p:cNvPr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3" name="TextBox 42">
            <a:extLst>
              <a:ext uri="{FF2B5EF4-FFF2-40B4-BE49-F238E27FC236}">
                <a16:creationId xmlns="" xmlns:a16="http://schemas.microsoft.com/office/drawing/2014/main" id="{D727F154-A94E-D02C-FE49-E0C5E81FA623}"/>
              </a:ext>
            </a:extLst>
          </p:cNvPr>
          <p:cNvSpPr txBox="1"/>
          <p:nvPr/>
        </p:nvSpPr>
        <p:spPr>
          <a:xfrm>
            <a:off x="152400" y="342900"/>
            <a:ext cx="1630679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SCREENSHOTS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="" xmlns:a16="http://schemas.microsoft.com/office/drawing/2014/main" id="{F96B4782-1570-55C9-1BBB-1DF26DEA7335}"/>
              </a:ext>
            </a:extLst>
          </p:cNvPr>
          <p:cNvSpPr txBox="1"/>
          <p:nvPr/>
        </p:nvSpPr>
        <p:spPr>
          <a:xfrm>
            <a:off x="2163503" y="1191520"/>
            <a:ext cx="15146756" cy="72019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3000" dirty="0"/>
          </a:p>
          <a:p>
            <a:pPr marL="457200" indent="-457200">
              <a:buFontTx/>
              <a:buChar char="-"/>
            </a:pPr>
            <a:r>
              <a:rPr lang="en-US" sz="3000" dirty="0"/>
              <a:t>Admin Login Page</a:t>
            </a:r>
          </a:p>
          <a:p>
            <a:pPr marL="457200" indent="-457200">
              <a:buFontTx/>
              <a:buChar char="-"/>
            </a:pPr>
            <a:endParaRPr lang="en-US" sz="3000" dirty="0"/>
          </a:p>
          <a:p>
            <a:pPr marL="457200" indent="-457200">
              <a:buFontTx/>
              <a:buChar char="-"/>
            </a:pPr>
            <a:endParaRPr lang="en-US" sz="30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000" dirty="0"/>
              <a:t>The administrator is required to enter valid login credentials to access the system.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000" dirty="0"/>
              <a:t>Proper validation is implemented to ensure that both fields are not empty and </a:t>
            </a:r>
            <a:r>
              <a:rPr lang="en-US" sz="3000" dirty="0" err="1"/>
              <a:t>thatthe</a:t>
            </a:r>
            <a:r>
              <a:rPr lang="en-US" sz="3000" dirty="0"/>
              <a:t> entered details match the records stored in the database</a:t>
            </a:r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</p:spTree>
    <p:extLst>
      <p:ext uri="{BB962C8B-B14F-4D97-AF65-F5344CB8AC3E}">
        <p14:creationId xmlns="" xmlns:p14="http://schemas.microsoft.com/office/powerpoint/2010/main" val="313053879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C0F4F051-5473-4E78-FEB2-59A87A5FBB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>
            <a:extLst>
              <a:ext uri="{FF2B5EF4-FFF2-40B4-BE49-F238E27FC236}">
                <a16:creationId xmlns="" xmlns:a16="http://schemas.microsoft.com/office/drawing/2014/main" id="{66BE183E-F015-FFD4-5C84-C25B4DCE490A}"/>
              </a:ext>
            </a:extLst>
          </p:cNvPr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>
              <a:extLst>
                <a:ext uri="{FF2B5EF4-FFF2-40B4-BE49-F238E27FC236}">
                  <a16:creationId xmlns="" xmlns:a16="http://schemas.microsoft.com/office/drawing/2014/main" id="{3AEC1772-D597-ACC7-7EF1-FF0460F37AA7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9" name="TextBox 9">
              <a:extLst>
                <a:ext uri="{FF2B5EF4-FFF2-40B4-BE49-F238E27FC236}">
                  <a16:creationId xmlns="" xmlns:a16="http://schemas.microsoft.com/office/drawing/2014/main" id="{46839344-8B05-5C56-F0B1-64E24F458991}"/>
                </a:ext>
              </a:extLst>
            </p:cNvPr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400" b="1" dirty="0">
                  <a:solidFill>
                    <a:srgbClr val="002060"/>
                  </a:solidFill>
                  <a:latin typeface="Gotham"/>
                  <a:ea typeface="Gotham"/>
                  <a:cs typeface="Gotham"/>
                  <a:sym typeface="Gotham"/>
                </a:rPr>
                <a:t>8(B)</a:t>
              </a:r>
            </a:p>
          </p:txBody>
        </p:sp>
      </p:grpSp>
      <p:grpSp>
        <p:nvGrpSpPr>
          <p:cNvPr id="10" name="Group 10">
            <a:extLst>
              <a:ext uri="{FF2B5EF4-FFF2-40B4-BE49-F238E27FC236}">
                <a16:creationId xmlns="" xmlns:a16="http://schemas.microsoft.com/office/drawing/2014/main" id="{23B54700-9ABF-8EDD-8B21-24A9248C534D}"/>
              </a:ext>
            </a:extLst>
          </p:cNvPr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>
              <a:extLst>
                <a:ext uri="{FF2B5EF4-FFF2-40B4-BE49-F238E27FC236}">
                  <a16:creationId xmlns="" xmlns:a16="http://schemas.microsoft.com/office/drawing/2014/main" id="{B99246F8-F6B5-2F2E-2FB4-FAE1DD41DCC4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2" name="TextBox 12">
              <a:extLst>
                <a:ext uri="{FF2B5EF4-FFF2-40B4-BE49-F238E27FC236}">
                  <a16:creationId xmlns="" xmlns:a16="http://schemas.microsoft.com/office/drawing/2014/main" id="{B7CDDD7B-8A9B-223F-951A-473D0C9404F3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3" name="Group 13">
            <a:extLst>
              <a:ext uri="{FF2B5EF4-FFF2-40B4-BE49-F238E27FC236}">
                <a16:creationId xmlns="" xmlns:a16="http://schemas.microsoft.com/office/drawing/2014/main" id="{B3E1A8FC-D0F1-BD05-9C14-C10EAE95E57E}"/>
              </a:ext>
            </a:extLst>
          </p:cNvPr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>
              <a:extLst>
                <a:ext uri="{FF2B5EF4-FFF2-40B4-BE49-F238E27FC236}">
                  <a16:creationId xmlns="" xmlns:a16="http://schemas.microsoft.com/office/drawing/2014/main" id="{CEB5FB4E-3BF3-BC6A-6692-FE375141E45D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5" name="TextBox 15">
              <a:extLst>
                <a:ext uri="{FF2B5EF4-FFF2-40B4-BE49-F238E27FC236}">
                  <a16:creationId xmlns="" xmlns:a16="http://schemas.microsoft.com/office/drawing/2014/main" id="{38F8F103-F0A5-8F95-A139-8DBEBEF19C28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>
            <a:extLst>
              <a:ext uri="{FF2B5EF4-FFF2-40B4-BE49-F238E27FC236}">
                <a16:creationId xmlns="" xmlns:a16="http://schemas.microsoft.com/office/drawing/2014/main" id="{8C558648-2D59-16EB-3098-EAF5DE978B1F}"/>
              </a:ext>
            </a:extLst>
          </p:cNvPr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>
              <a:extLst>
                <a:ext uri="{FF2B5EF4-FFF2-40B4-BE49-F238E27FC236}">
                  <a16:creationId xmlns="" xmlns:a16="http://schemas.microsoft.com/office/drawing/2014/main" id="{B168779D-5467-4E78-AD1E-36B5A75A3474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>
              <a:extLst>
                <a:ext uri="{FF2B5EF4-FFF2-40B4-BE49-F238E27FC236}">
                  <a16:creationId xmlns="" xmlns:a16="http://schemas.microsoft.com/office/drawing/2014/main" id="{8AFC0BB4-20A4-849D-A1E4-FA90A8DDCC7D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9" name="Group 19">
            <a:extLst>
              <a:ext uri="{FF2B5EF4-FFF2-40B4-BE49-F238E27FC236}">
                <a16:creationId xmlns="" xmlns:a16="http://schemas.microsoft.com/office/drawing/2014/main" id="{700D33AC-D53D-0E96-8752-E5DA06AE57A5}"/>
              </a:ext>
            </a:extLst>
          </p:cNvPr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>
              <a:extLst>
                <a:ext uri="{FF2B5EF4-FFF2-40B4-BE49-F238E27FC236}">
                  <a16:creationId xmlns="" xmlns:a16="http://schemas.microsoft.com/office/drawing/2014/main" id="{14DABAFB-38B3-CE49-B21D-A496D7EC2A6E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>
              <a:extLst>
                <a:ext uri="{FF2B5EF4-FFF2-40B4-BE49-F238E27FC236}">
                  <a16:creationId xmlns="" xmlns:a16="http://schemas.microsoft.com/office/drawing/2014/main" id="{BE27A610-3BC0-BFBC-2A61-4C157B024EF0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>
            <a:extLst>
              <a:ext uri="{FF2B5EF4-FFF2-40B4-BE49-F238E27FC236}">
                <a16:creationId xmlns="" xmlns:a16="http://schemas.microsoft.com/office/drawing/2014/main" id="{6C0E28B4-531C-D2E1-F3C9-B5A98A28B69D}"/>
              </a:ext>
            </a:extLst>
          </p:cNvPr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>
              <a:extLst>
                <a:ext uri="{FF2B5EF4-FFF2-40B4-BE49-F238E27FC236}">
                  <a16:creationId xmlns="" xmlns:a16="http://schemas.microsoft.com/office/drawing/2014/main" id="{6C193347-3923-7F1F-A580-A7462B158EC5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>
              <a:extLst>
                <a:ext uri="{FF2B5EF4-FFF2-40B4-BE49-F238E27FC236}">
                  <a16:creationId xmlns="" xmlns:a16="http://schemas.microsoft.com/office/drawing/2014/main" id="{C5DDC20D-7BD0-E255-26F1-86A88AF67CF5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5" name="Group 25">
            <a:extLst>
              <a:ext uri="{FF2B5EF4-FFF2-40B4-BE49-F238E27FC236}">
                <a16:creationId xmlns="" xmlns:a16="http://schemas.microsoft.com/office/drawing/2014/main" id="{9DBB21A1-CAFF-686E-D181-980219283F79}"/>
              </a:ext>
            </a:extLst>
          </p:cNvPr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>
              <a:extLst>
                <a:ext uri="{FF2B5EF4-FFF2-40B4-BE49-F238E27FC236}">
                  <a16:creationId xmlns="" xmlns:a16="http://schemas.microsoft.com/office/drawing/2014/main" id="{5531A9C5-B561-53EA-BF9A-3BE6A607C1BF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>
              <a:extLst>
                <a:ext uri="{FF2B5EF4-FFF2-40B4-BE49-F238E27FC236}">
                  <a16:creationId xmlns="" xmlns:a16="http://schemas.microsoft.com/office/drawing/2014/main" id="{D8870C21-3327-4D63-FD34-36BC47996758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8" name="Group 28">
            <a:extLst>
              <a:ext uri="{FF2B5EF4-FFF2-40B4-BE49-F238E27FC236}">
                <a16:creationId xmlns="" xmlns:a16="http://schemas.microsoft.com/office/drawing/2014/main" id="{4D7C3EBE-FA20-7E4C-13DD-84F1A98618F6}"/>
              </a:ext>
            </a:extLst>
          </p:cNvPr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>
              <a:extLst>
                <a:ext uri="{FF2B5EF4-FFF2-40B4-BE49-F238E27FC236}">
                  <a16:creationId xmlns="" xmlns:a16="http://schemas.microsoft.com/office/drawing/2014/main" id="{C1E3AE62-1B2B-FE1E-010C-A26C4F613A62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>
              <a:extLst>
                <a:ext uri="{FF2B5EF4-FFF2-40B4-BE49-F238E27FC236}">
                  <a16:creationId xmlns="" xmlns:a16="http://schemas.microsoft.com/office/drawing/2014/main" id="{CDA04BD5-C99C-980C-6593-EDEA378D6C32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>
            <a:extLst>
              <a:ext uri="{FF2B5EF4-FFF2-40B4-BE49-F238E27FC236}">
                <a16:creationId xmlns="" xmlns:a16="http://schemas.microsoft.com/office/drawing/2014/main" id="{E77207A6-9552-432B-0793-EB6A88EE3C10}"/>
              </a:ext>
            </a:extLst>
          </p:cNvPr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>
              <a:extLst>
                <a:ext uri="{FF2B5EF4-FFF2-40B4-BE49-F238E27FC236}">
                  <a16:creationId xmlns="" xmlns:a16="http://schemas.microsoft.com/office/drawing/2014/main" id="{27447A1E-BA0C-26C0-C743-E590A55A6532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>
              <a:extLst>
                <a:ext uri="{FF2B5EF4-FFF2-40B4-BE49-F238E27FC236}">
                  <a16:creationId xmlns="" xmlns:a16="http://schemas.microsoft.com/office/drawing/2014/main" id="{8D425BCC-6A0F-30CB-18E7-D1E21E871D95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grpSp>
        <p:nvGrpSpPr>
          <p:cNvPr id="35" name="Group 35">
            <a:extLst>
              <a:ext uri="{FF2B5EF4-FFF2-40B4-BE49-F238E27FC236}">
                <a16:creationId xmlns="" xmlns:a16="http://schemas.microsoft.com/office/drawing/2014/main" id="{C7CF20EF-980A-2D88-E968-DCB5B8BC6CF8}"/>
              </a:ext>
            </a:extLst>
          </p:cNvPr>
          <p:cNvGrpSpPr/>
          <p:nvPr/>
        </p:nvGrpSpPr>
        <p:grpSpPr>
          <a:xfrm>
            <a:off x="17170670" y="-178579"/>
            <a:ext cx="10994424" cy="10994424"/>
            <a:chOff x="0" y="0"/>
            <a:chExt cx="812800" cy="812800"/>
          </a:xfrm>
        </p:grpSpPr>
        <p:sp>
          <p:nvSpPr>
            <p:cNvPr id="36" name="Freeform 36">
              <a:extLst>
                <a:ext uri="{FF2B5EF4-FFF2-40B4-BE49-F238E27FC236}">
                  <a16:creationId xmlns="" xmlns:a16="http://schemas.microsoft.com/office/drawing/2014/main" id="{A7A686B7-4E4C-A5FA-60CD-A6EFF9DEAD82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37" name="TextBox 37">
              <a:extLst>
                <a:ext uri="{FF2B5EF4-FFF2-40B4-BE49-F238E27FC236}">
                  <a16:creationId xmlns="" xmlns:a16="http://schemas.microsoft.com/office/drawing/2014/main" id="{3ECD8D52-6368-578C-BEB2-0B1BA37FD45D}"/>
                </a:ext>
              </a:extLst>
            </p:cNvPr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3" name="TextBox 42">
            <a:extLst>
              <a:ext uri="{FF2B5EF4-FFF2-40B4-BE49-F238E27FC236}">
                <a16:creationId xmlns="" xmlns:a16="http://schemas.microsoft.com/office/drawing/2014/main" id="{638323CF-7DCB-075F-B739-0F88472F060D}"/>
              </a:ext>
            </a:extLst>
          </p:cNvPr>
          <p:cNvSpPr txBox="1"/>
          <p:nvPr/>
        </p:nvSpPr>
        <p:spPr>
          <a:xfrm>
            <a:off x="152400" y="342900"/>
            <a:ext cx="1630679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SCREENSHOTS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="" xmlns:a16="http://schemas.microsoft.com/office/drawing/2014/main" id="{6C0EA81E-D408-1A06-6895-1BF3CA09E497}"/>
              </a:ext>
            </a:extLst>
          </p:cNvPr>
          <p:cNvSpPr txBox="1"/>
          <p:nvPr/>
        </p:nvSpPr>
        <p:spPr>
          <a:xfrm>
            <a:off x="2141263" y="847754"/>
            <a:ext cx="15148689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r>
              <a:rPr lang="en-US" sz="2800" dirty="0"/>
              <a:t>User Login Page</a:t>
            </a:r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  <p:sp>
        <p:nvSpPr>
          <p:cNvPr id="2" name="TextBox 1">
            <a:extLst>
              <a:ext uri="{FF2B5EF4-FFF2-40B4-BE49-F238E27FC236}">
                <a16:creationId xmlns="" xmlns:a16="http://schemas.microsoft.com/office/drawing/2014/main" id="{8C669F5E-D683-06DA-6F1A-B1A71266369B}"/>
              </a:ext>
            </a:extLst>
          </p:cNvPr>
          <p:cNvSpPr txBox="1"/>
          <p:nvPr/>
        </p:nvSpPr>
        <p:spPr>
          <a:xfrm>
            <a:off x="11441822" y="1697977"/>
            <a:ext cx="5257800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  <p:pic>
        <p:nvPicPr>
          <p:cNvPr id="4" name="Picture 3">
            <a:extLst>
              <a:ext uri="{FF2B5EF4-FFF2-40B4-BE49-F238E27FC236}">
                <a16:creationId xmlns="" xmlns:a16="http://schemas.microsoft.com/office/drawing/2014/main" id="{C0F918F7-BB65-567B-C791-B99C7D43B747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4090987" y="2648112"/>
            <a:ext cx="10106025" cy="6858000"/>
          </a:xfrm>
          <a:prstGeom prst="rect">
            <a:avLst/>
          </a:prstGeom>
        </p:spPr>
      </p:pic>
    </p:spTree>
    <p:extLst>
      <p:ext uri="{BB962C8B-B14F-4D97-AF65-F5344CB8AC3E}">
        <p14:creationId xmlns="" xmlns:p14="http://schemas.microsoft.com/office/powerpoint/2010/main" val="4754482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8B792A07-B6D9-8587-DC3C-BB0EDAA2DA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>
            <a:extLst>
              <a:ext uri="{FF2B5EF4-FFF2-40B4-BE49-F238E27FC236}">
                <a16:creationId xmlns="" xmlns:a16="http://schemas.microsoft.com/office/drawing/2014/main" id="{D6DB8027-9939-7E96-EEC0-8C9E6CEE7875}"/>
              </a:ext>
            </a:extLst>
          </p:cNvPr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>
              <a:extLst>
                <a:ext uri="{FF2B5EF4-FFF2-40B4-BE49-F238E27FC236}">
                  <a16:creationId xmlns="" xmlns:a16="http://schemas.microsoft.com/office/drawing/2014/main" id="{1618E723-08F9-D77B-762F-1D3F2EB32A6B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9" name="TextBox 9">
              <a:extLst>
                <a:ext uri="{FF2B5EF4-FFF2-40B4-BE49-F238E27FC236}">
                  <a16:creationId xmlns="" xmlns:a16="http://schemas.microsoft.com/office/drawing/2014/main" id="{0BEC5982-C022-2A76-1FF8-8ACFB0DEAF31}"/>
                </a:ext>
              </a:extLst>
            </p:cNvPr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400" b="1" dirty="0">
                  <a:solidFill>
                    <a:srgbClr val="002060"/>
                  </a:solidFill>
                  <a:latin typeface="Gotham"/>
                  <a:ea typeface="Gotham"/>
                  <a:cs typeface="Gotham"/>
                  <a:sym typeface="Gotham"/>
                </a:rPr>
                <a:t>8(B)</a:t>
              </a:r>
            </a:p>
          </p:txBody>
        </p:sp>
      </p:grpSp>
      <p:grpSp>
        <p:nvGrpSpPr>
          <p:cNvPr id="10" name="Group 10">
            <a:extLst>
              <a:ext uri="{FF2B5EF4-FFF2-40B4-BE49-F238E27FC236}">
                <a16:creationId xmlns="" xmlns:a16="http://schemas.microsoft.com/office/drawing/2014/main" id="{5BDCB7F9-279D-DC73-13D9-38425430C408}"/>
              </a:ext>
            </a:extLst>
          </p:cNvPr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>
              <a:extLst>
                <a:ext uri="{FF2B5EF4-FFF2-40B4-BE49-F238E27FC236}">
                  <a16:creationId xmlns="" xmlns:a16="http://schemas.microsoft.com/office/drawing/2014/main" id="{2A32DC3F-95FA-10D0-5ACA-E20A8BCBAA17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2" name="TextBox 12">
              <a:extLst>
                <a:ext uri="{FF2B5EF4-FFF2-40B4-BE49-F238E27FC236}">
                  <a16:creationId xmlns="" xmlns:a16="http://schemas.microsoft.com/office/drawing/2014/main" id="{53B4A55C-C976-EEB3-7A39-1E43946E1C0A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3" name="Group 13">
            <a:extLst>
              <a:ext uri="{FF2B5EF4-FFF2-40B4-BE49-F238E27FC236}">
                <a16:creationId xmlns="" xmlns:a16="http://schemas.microsoft.com/office/drawing/2014/main" id="{B290F8F6-B12C-BBE9-7A9B-2C8ED0543994}"/>
              </a:ext>
            </a:extLst>
          </p:cNvPr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>
              <a:extLst>
                <a:ext uri="{FF2B5EF4-FFF2-40B4-BE49-F238E27FC236}">
                  <a16:creationId xmlns="" xmlns:a16="http://schemas.microsoft.com/office/drawing/2014/main" id="{6D99B0A4-D665-3660-5EC0-16162ECC85E9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5" name="TextBox 15">
              <a:extLst>
                <a:ext uri="{FF2B5EF4-FFF2-40B4-BE49-F238E27FC236}">
                  <a16:creationId xmlns="" xmlns:a16="http://schemas.microsoft.com/office/drawing/2014/main" id="{50B033E7-E3A0-4FE8-9BAF-EC65E47997FF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>
            <a:extLst>
              <a:ext uri="{FF2B5EF4-FFF2-40B4-BE49-F238E27FC236}">
                <a16:creationId xmlns="" xmlns:a16="http://schemas.microsoft.com/office/drawing/2014/main" id="{EBF9D041-FE0A-F813-B9DC-EA2CFC3A86A4}"/>
              </a:ext>
            </a:extLst>
          </p:cNvPr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>
              <a:extLst>
                <a:ext uri="{FF2B5EF4-FFF2-40B4-BE49-F238E27FC236}">
                  <a16:creationId xmlns="" xmlns:a16="http://schemas.microsoft.com/office/drawing/2014/main" id="{4291D94B-BBE4-78DC-CA2D-88CCEED76A07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>
              <a:extLst>
                <a:ext uri="{FF2B5EF4-FFF2-40B4-BE49-F238E27FC236}">
                  <a16:creationId xmlns="" xmlns:a16="http://schemas.microsoft.com/office/drawing/2014/main" id="{7335B7A3-2FE5-92D9-59A6-4FAC58FD5818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9" name="Group 19">
            <a:extLst>
              <a:ext uri="{FF2B5EF4-FFF2-40B4-BE49-F238E27FC236}">
                <a16:creationId xmlns="" xmlns:a16="http://schemas.microsoft.com/office/drawing/2014/main" id="{2A21B268-56A3-B4C5-76DD-4010BD664F31}"/>
              </a:ext>
            </a:extLst>
          </p:cNvPr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>
              <a:extLst>
                <a:ext uri="{FF2B5EF4-FFF2-40B4-BE49-F238E27FC236}">
                  <a16:creationId xmlns="" xmlns:a16="http://schemas.microsoft.com/office/drawing/2014/main" id="{D49E30C9-00DF-EDC1-C2BB-7EDE25C4980E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>
              <a:extLst>
                <a:ext uri="{FF2B5EF4-FFF2-40B4-BE49-F238E27FC236}">
                  <a16:creationId xmlns="" xmlns:a16="http://schemas.microsoft.com/office/drawing/2014/main" id="{B1D7AAB7-235E-51F8-6EBA-236548A1DA0E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>
            <a:extLst>
              <a:ext uri="{FF2B5EF4-FFF2-40B4-BE49-F238E27FC236}">
                <a16:creationId xmlns="" xmlns:a16="http://schemas.microsoft.com/office/drawing/2014/main" id="{776FF782-3F79-5196-5C2B-E3BDD144AEF5}"/>
              </a:ext>
            </a:extLst>
          </p:cNvPr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>
              <a:extLst>
                <a:ext uri="{FF2B5EF4-FFF2-40B4-BE49-F238E27FC236}">
                  <a16:creationId xmlns="" xmlns:a16="http://schemas.microsoft.com/office/drawing/2014/main" id="{9C8413CD-56CA-C8E4-719E-343A3418C7B2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>
              <a:extLst>
                <a:ext uri="{FF2B5EF4-FFF2-40B4-BE49-F238E27FC236}">
                  <a16:creationId xmlns="" xmlns:a16="http://schemas.microsoft.com/office/drawing/2014/main" id="{3E7B908E-DF98-CF06-4087-CE3561925045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5" name="Group 25">
            <a:extLst>
              <a:ext uri="{FF2B5EF4-FFF2-40B4-BE49-F238E27FC236}">
                <a16:creationId xmlns="" xmlns:a16="http://schemas.microsoft.com/office/drawing/2014/main" id="{4821A2B9-4C43-4AC5-8FEA-1D128F1D33F5}"/>
              </a:ext>
            </a:extLst>
          </p:cNvPr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>
              <a:extLst>
                <a:ext uri="{FF2B5EF4-FFF2-40B4-BE49-F238E27FC236}">
                  <a16:creationId xmlns="" xmlns:a16="http://schemas.microsoft.com/office/drawing/2014/main" id="{9D453A04-899C-A4D3-2BAC-B1785D6ECBD9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>
              <a:extLst>
                <a:ext uri="{FF2B5EF4-FFF2-40B4-BE49-F238E27FC236}">
                  <a16:creationId xmlns="" xmlns:a16="http://schemas.microsoft.com/office/drawing/2014/main" id="{2496E267-FC55-0FF3-4623-9D4903944A9B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8" name="Group 28">
            <a:extLst>
              <a:ext uri="{FF2B5EF4-FFF2-40B4-BE49-F238E27FC236}">
                <a16:creationId xmlns="" xmlns:a16="http://schemas.microsoft.com/office/drawing/2014/main" id="{DA8E0263-F202-17D8-EB18-32285280F5D3}"/>
              </a:ext>
            </a:extLst>
          </p:cNvPr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>
              <a:extLst>
                <a:ext uri="{FF2B5EF4-FFF2-40B4-BE49-F238E27FC236}">
                  <a16:creationId xmlns="" xmlns:a16="http://schemas.microsoft.com/office/drawing/2014/main" id="{C7F1C803-C9E3-B350-C730-921FFE156B75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>
              <a:extLst>
                <a:ext uri="{FF2B5EF4-FFF2-40B4-BE49-F238E27FC236}">
                  <a16:creationId xmlns="" xmlns:a16="http://schemas.microsoft.com/office/drawing/2014/main" id="{3BC54CF4-1807-41A8-A973-2B1EA77E762A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>
            <a:extLst>
              <a:ext uri="{FF2B5EF4-FFF2-40B4-BE49-F238E27FC236}">
                <a16:creationId xmlns="" xmlns:a16="http://schemas.microsoft.com/office/drawing/2014/main" id="{E34F6421-842F-66C2-8429-15EC1545C8B4}"/>
              </a:ext>
            </a:extLst>
          </p:cNvPr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>
              <a:extLst>
                <a:ext uri="{FF2B5EF4-FFF2-40B4-BE49-F238E27FC236}">
                  <a16:creationId xmlns="" xmlns:a16="http://schemas.microsoft.com/office/drawing/2014/main" id="{82F7BD87-4AD1-7F20-3074-A31E85B25126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>
              <a:extLst>
                <a:ext uri="{FF2B5EF4-FFF2-40B4-BE49-F238E27FC236}">
                  <a16:creationId xmlns="" xmlns:a16="http://schemas.microsoft.com/office/drawing/2014/main" id="{C23F3988-6D76-8F5D-8224-A922E1170C52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grpSp>
        <p:nvGrpSpPr>
          <p:cNvPr id="35" name="Group 35">
            <a:extLst>
              <a:ext uri="{FF2B5EF4-FFF2-40B4-BE49-F238E27FC236}">
                <a16:creationId xmlns="" xmlns:a16="http://schemas.microsoft.com/office/drawing/2014/main" id="{2DAA54B8-3BC2-8FC7-2C2B-1831906B5FEA}"/>
              </a:ext>
            </a:extLst>
          </p:cNvPr>
          <p:cNvGrpSpPr/>
          <p:nvPr/>
        </p:nvGrpSpPr>
        <p:grpSpPr>
          <a:xfrm>
            <a:off x="17170670" y="-178579"/>
            <a:ext cx="10994424" cy="10994424"/>
            <a:chOff x="0" y="0"/>
            <a:chExt cx="812800" cy="812800"/>
          </a:xfrm>
        </p:grpSpPr>
        <p:sp>
          <p:nvSpPr>
            <p:cNvPr id="36" name="Freeform 36">
              <a:extLst>
                <a:ext uri="{FF2B5EF4-FFF2-40B4-BE49-F238E27FC236}">
                  <a16:creationId xmlns="" xmlns:a16="http://schemas.microsoft.com/office/drawing/2014/main" id="{52C3E061-9D89-11AE-ABBE-B27A3CA57A4F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37" name="TextBox 37">
              <a:extLst>
                <a:ext uri="{FF2B5EF4-FFF2-40B4-BE49-F238E27FC236}">
                  <a16:creationId xmlns="" xmlns:a16="http://schemas.microsoft.com/office/drawing/2014/main" id="{FB1411F7-20D3-6AEA-9E2F-F9E8FF8B90BD}"/>
                </a:ext>
              </a:extLst>
            </p:cNvPr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3" name="TextBox 42">
            <a:extLst>
              <a:ext uri="{FF2B5EF4-FFF2-40B4-BE49-F238E27FC236}">
                <a16:creationId xmlns="" xmlns:a16="http://schemas.microsoft.com/office/drawing/2014/main" id="{13AEC2E0-9379-2A8C-8345-B17F870DDAC5}"/>
              </a:ext>
            </a:extLst>
          </p:cNvPr>
          <p:cNvSpPr txBox="1"/>
          <p:nvPr/>
        </p:nvSpPr>
        <p:spPr>
          <a:xfrm>
            <a:off x="152400" y="342900"/>
            <a:ext cx="1630679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SCREENSHOTS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="" xmlns:a16="http://schemas.microsoft.com/office/drawing/2014/main" id="{21373C63-93EE-25B3-DC12-5C58F9F778A4}"/>
              </a:ext>
            </a:extLst>
          </p:cNvPr>
          <p:cNvSpPr txBox="1"/>
          <p:nvPr/>
        </p:nvSpPr>
        <p:spPr>
          <a:xfrm>
            <a:off x="1875016" y="1413818"/>
            <a:ext cx="15148689" cy="71711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r>
              <a:rPr lang="en-US" sz="3000" dirty="0"/>
              <a:t>User Login Page</a:t>
            </a:r>
          </a:p>
          <a:p>
            <a:pPr marL="457200" indent="-457200">
              <a:buFontTx/>
              <a:buChar char="-"/>
            </a:pPr>
            <a:endParaRPr lang="en-US" sz="3000" dirty="0"/>
          </a:p>
          <a:p>
            <a:endParaRPr lang="en-US" sz="3000" dirty="0"/>
          </a:p>
          <a:p>
            <a:pPr marL="457200" indent="-457200">
              <a:buFontTx/>
              <a:buChar char="-"/>
            </a:pPr>
            <a:endParaRPr lang="en-US" sz="30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000" dirty="0"/>
              <a:t>The page consists of input fields including Full Name, Email Ad-dress, and Student ID.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000" dirty="0"/>
              <a:t>These fields are used to uniquely identify the participant </a:t>
            </a:r>
            <a:r>
              <a:rPr lang="en-US" sz="3000" dirty="0" err="1"/>
              <a:t>andensure</a:t>
            </a:r>
            <a:r>
              <a:rPr lang="en-US" sz="3000" dirty="0"/>
              <a:t> proper communication.</a:t>
            </a:r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</p:spTree>
    <p:extLst>
      <p:ext uri="{BB962C8B-B14F-4D97-AF65-F5344CB8AC3E}">
        <p14:creationId xmlns="" xmlns:p14="http://schemas.microsoft.com/office/powerpoint/2010/main" val="103819054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0152AA6E-1A8C-A42D-344E-C811AB58A6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>
            <a:extLst>
              <a:ext uri="{FF2B5EF4-FFF2-40B4-BE49-F238E27FC236}">
                <a16:creationId xmlns="" xmlns:a16="http://schemas.microsoft.com/office/drawing/2014/main" id="{EB7F1E1F-336A-607D-2868-6C57FF54EB44}"/>
              </a:ext>
            </a:extLst>
          </p:cNvPr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>
              <a:extLst>
                <a:ext uri="{FF2B5EF4-FFF2-40B4-BE49-F238E27FC236}">
                  <a16:creationId xmlns="" xmlns:a16="http://schemas.microsoft.com/office/drawing/2014/main" id="{63528BA9-EE0E-A6F8-4A8C-6DFC964B206C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9" name="TextBox 9">
              <a:extLst>
                <a:ext uri="{FF2B5EF4-FFF2-40B4-BE49-F238E27FC236}">
                  <a16:creationId xmlns="" xmlns:a16="http://schemas.microsoft.com/office/drawing/2014/main" id="{6E25C449-B344-E643-12F7-C89DEE4255EA}"/>
                </a:ext>
              </a:extLst>
            </p:cNvPr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400" b="1" dirty="0">
                  <a:solidFill>
                    <a:srgbClr val="002060"/>
                  </a:solidFill>
                  <a:latin typeface="Gotham"/>
                  <a:ea typeface="Gotham"/>
                  <a:cs typeface="Gotham"/>
                  <a:sym typeface="Gotham"/>
                </a:rPr>
                <a:t>8(C)</a:t>
              </a:r>
            </a:p>
          </p:txBody>
        </p:sp>
      </p:grpSp>
      <p:grpSp>
        <p:nvGrpSpPr>
          <p:cNvPr id="10" name="Group 10">
            <a:extLst>
              <a:ext uri="{FF2B5EF4-FFF2-40B4-BE49-F238E27FC236}">
                <a16:creationId xmlns="" xmlns:a16="http://schemas.microsoft.com/office/drawing/2014/main" id="{4C22D2BC-F5CA-423B-6FD6-94172693045D}"/>
              </a:ext>
            </a:extLst>
          </p:cNvPr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>
              <a:extLst>
                <a:ext uri="{FF2B5EF4-FFF2-40B4-BE49-F238E27FC236}">
                  <a16:creationId xmlns="" xmlns:a16="http://schemas.microsoft.com/office/drawing/2014/main" id="{F6670B32-1168-757A-3D40-FDD55687DCFD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2" name="TextBox 12">
              <a:extLst>
                <a:ext uri="{FF2B5EF4-FFF2-40B4-BE49-F238E27FC236}">
                  <a16:creationId xmlns="" xmlns:a16="http://schemas.microsoft.com/office/drawing/2014/main" id="{0D3BB7FD-57C6-C09A-D875-135D505A8E14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3" name="Group 13">
            <a:extLst>
              <a:ext uri="{FF2B5EF4-FFF2-40B4-BE49-F238E27FC236}">
                <a16:creationId xmlns="" xmlns:a16="http://schemas.microsoft.com/office/drawing/2014/main" id="{067A86AC-A2D1-3F33-5857-9F69983F71BB}"/>
              </a:ext>
            </a:extLst>
          </p:cNvPr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>
              <a:extLst>
                <a:ext uri="{FF2B5EF4-FFF2-40B4-BE49-F238E27FC236}">
                  <a16:creationId xmlns="" xmlns:a16="http://schemas.microsoft.com/office/drawing/2014/main" id="{D9EADC3C-D136-0700-9300-4D8E867EC531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5" name="TextBox 15">
              <a:extLst>
                <a:ext uri="{FF2B5EF4-FFF2-40B4-BE49-F238E27FC236}">
                  <a16:creationId xmlns="" xmlns:a16="http://schemas.microsoft.com/office/drawing/2014/main" id="{A8EAD5F3-3FC4-819A-6ECD-0BC55C92A2B3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>
            <a:extLst>
              <a:ext uri="{FF2B5EF4-FFF2-40B4-BE49-F238E27FC236}">
                <a16:creationId xmlns="" xmlns:a16="http://schemas.microsoft.com/office/drawing/2014/main" id="{1671F77B-B3A5-F8B6-AC67-6EF88CA95877}"/>
              </a:ext>
            </a:extLst>
          </p:cNvPr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>
              <a:extLst>
                <a:ext uri="{FF2B5EF4-FFF2-40B4-BE49-F238E27FC236}">
                  <a16:creationId xmlns="" xmlns:a16="http://schemas.microsoft.com/office/drawing/2014/main" id="{1303025A-EF3E-710E-2DBD-D89F29B84993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>
              <a:extLst>
                <a:ext uri="{FF2B5EF4-FFF2-40B4-BE49-F238E27FC236}">
                  <a16:creationId xmlns="" xmlns:a16="http://schemas.microsoft.com/office/drawing/2014/main" id="{76E7D281-CC96-92C2-C2F7-583674F0609D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9" name="Group 19">
            <a:extLst>
              <a:ext uri="{FF2B5EF4-FFF2-40B4-BE49-F238E27FC236}">
                <a16:creationId xmlns="" xmlns:a16="http://schemas.microsoft.com/office/drawing/2014/main" id="{E0D02FED-C5F4-9CC7-F1F5-E75E542840A9}"/>
              </a:ext>
            </a:extLst>
          </p:cNvPr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>
              <a:extLst>
                <a:ext uri="{FF2B5EF4-FFF2-40B4-BE49-F238E27FC236}">
                  <a16:creationId xmlns="" xmlns:a16="http://schemas.microsoft.com/office/drawing/2014/main" id="{384D1E33-434F-2FA0-56CC-F24058D8639C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>
              <a:extLst>
                <a:ext uri="{FF2B5EF4-FFF2-40B4-BE49-F238E27FC236}">
                  <a16:creationId xmlns="" xmlns:a16="http://schemas.microsoft.com/office/drawing/2014/main" id="{F2FC0DCA-FB2A-610C-A8DB-76CE251A57D8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>
            <a:extLst>
              <a:ext uri="{FF2B5EF4-FFF2-40B4-BE49-F238E27FC236}">
                <a16:creationId xmlns="" xmlns:a16="http://schemas.microsoft.com/office/drawing/2014/main" id="{4CA1DB61-05A2-042F-9815-00DBC40D0556}"/>
              </a:ext>
            </a:extLst>
          </p:cNvPr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>
              <a:extLst>
                <a:ext uri="{FF2B5EF4-FFF2-40B4-BE49-F238E27FC236}">
                  <a16:creationId xmlns="" xmlns:a16="http://schemas.microsoft.com/office/drawing/2014/main" id="{67E4E958-360B-28EF-052B-EDDBDD5F40F2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>
              <a:extLst>
                <a:ext uri="{FF2B5EF4-FFF2-40B4-BE49-F238E27FC236}">
                  <a16:creationId xmlns="" xmlns:a16="http://schemas.microsoft.com/office/drawing/2014/main" id="{BEDBF5CC-2720-E821-001C-11BCB7273E26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5" name="Group 25">
            <a:extLst>
              <a:ext uri="{FF2B5EF4-FFF2-40B4-BE49-F238E27FC236}">
                <a16:creationId xmlns="" xmlns:a16="http://schemas.microsoft.com/office/drawing/2014/main" id="{6B96629A-6996-B0D7-13D6-0FA011422666}"/>
              </a:ext>
            </a:extLst>
          </p:cNvPr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>
              <a:extLst>
                <a:ext uri="{FF2B5EF4-FFF2-40B4-BE49-F238E27FC236}">
                  <a16:creationId xmlns="" xmlns:a16="http://schemas.microsoft.com/office/drawing/2014/main" id="{912F1ED8-E3AD-E90A-10CE-D50A8F7D91A8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>
              <a:extLst>
                <a:ext uri="{FF2B5EF4-FFF2-40B4-BE49-F238E27FC236}">
                  <a16:creationId xmlns="" xmlns:a16="http://schemas.microsoft.com/office/drawing/2014/main" id="{00E45F23-6E8F-F601-2EB3-537A898E7044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8" name="Group 28">
            <a:extLst>
              <a:ext uri="{FF2B5EF4-FFF2-40B4-BE49-F238E27FC236}">
                <a16:creationId xmlns="" xmlns:a16="http://schemas.microsoft.com/office/drawing/2014/main" id="{A40D6715-3580-0B1B-2305-C7ED6083AE85}"/>
              </a:ext>
            </a:extLst>
          </p:cNvPr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>
              <a:extLst>
                <a:ext uri="{FF2B5EF4-FFF2-40B4-BE49-F238E27FC236}">
                  <a16:creationId xmlns="" xmlns:a16="http://schemas.microsoft.com/office/drawing/2014/main" id="{11A59530-4B7F-6C6B-290E-578EA30200D0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>
              <a:extLst>
                <a:ext uri="{FF2B5EF4-FFF2-40B4-BE49-F238E27FC236}">
                  <a16:creationId xmlns="" xmlns:a16="http://schemas.microsoft.com/office/drawing/2014/main" id="{9BDCE736-251A-5B70-853E-A0A9A174F361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>
            <a:extLst>
              <a:ext uri="{FF2B5EF4-FFF2-40B4-BE49-F238E27FC236}">
                <a16:creationId xmlns="" xmlns:a16="http://schemas.microsoft.com/office/drawing/2014/main" id="{8249BDCF-E07B-269B-D039-A4360C0FE2B4}"/>
              </a:ext>
            </a:extLst>
          </p:cNvPr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>
              <a:extLst>
                <a:ext uri="{FF2B5EF4-FFF2-40B4-BE49-F238E27FC236}">
                  <a16:creationId xmlns="" xmlns:a16="http://schemas.microsoft.com/office/drawing/2014/main" id="{6F6B04FD-3FAC-90A2-4C1A-D809D058C0A9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>
              <a:extLst>
                <a:ext uri="{FF2B5EF4-FFF2-40B4-BE49-F238E27FC236}">
                  <a16:creationId xmlns="" xmlns:a16="http://schemas.microsoft.com/office/drawing/2014/main" id="{BEE5C092-697C-26F6-D6E0-477F151E7CAE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grpSp>
        <p:nvGrpSpPr>
          <p:cNvPr id="35" name="Group 35">
            <a:extLst>
              <a:ext uri="{FF2B5EF4-FFF2-40B4-BE49-F238E27FC236}">
                <a16:creationId xmlns="" xmlns:a16="http://schemas.microsoft.com/office/drawing/2014/main" id="{2E8D2AB5-8B00-D9B4-469D-07CAE4ECF9C8}"/>
              </a:ext>
            </a:extLst>
          </p:cNvPr>
          <p:cNvGrpSpPr/>
          <p:nvPr/>
        </p:nvGrpSpPr>
        <p:grpSpPr>
          <a:xfrm>
            <a:off x="17170670" y="-178579"/>
            <a:ext cx="10994424" cy="10994424"/>
            <a:chOff x="0" y="0"/>
            <a:chExt cx="812800" cy="812800"/>
          </a:xfrm>
        </p:grpSpPr>
        <p:sp>
          <p:nvSpPr>
            <p:cNvPr id="36" name="Freeform 36">
              <a:extLst>
                <a:ext uri="{FF2B5EF4-FFF2-40B4-BE49-F238E27FC236}">
                  <a16:creationId xmlns="" xmlns:a16="http://schemas.microsoft.com/office/drawing/2014/main" id="{F9F17E25-114F-438B-701A-7788D333F33D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37" name="TextBox 37">
              <a:extLst>
                <a:ext uri="{FF2B5EF4-FFF2-40B4-BE49-F238E27FC236}">
                  <a16:creationId xmlns="" xmlns:a16="http://schemas.microsoft.com/office/drawing/2014/main" id="{1C4B6667-B2EE-BA32-402F-04368D88D5C4}"/>
                </a:ext>
              </a:extLst>
            </p:cNvPr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3" name="TextBox 42">
            <a:extLst>
              <a:ext uri="{FF2B5EF4-FFF2-40B4-BE49-F238E27FC236}">
                <a16:creationId xmlns="" xmlns:a16="http://schemas.microsoft.com/office/drawing/2014/main" id="{9B953180-DB27-F046-86E3-E3508247B406}"/>
              </a:ext>
            </a:extLst>
          </p:cNvPr>
          <p:cNvSpPr txBox="1"/>
          <p:nvPr/>
        </p:nvSpPr>
        <p:spPr>
          <a:xfrm>
            <a:off x="152400" y="342900"/>
            <a:ext cx="157734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SCREENSHOTS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="" xmlns:a16="http://schemas.microsoft.com/office/drawing/2014/main" id="{341A1FDE-E3AB-682A-64B7-DA145F23EB91}"/>
              </a:ext>
            </a:extLst>
          </p:cNvPr>
          <p:cNvSpPr txBox="1"/>
          <p:nvPr/>
        </p:nvSpPr>
        <p:spPr>
          <a:xfrm>
            <a:off x="2209800" y="1638300"/>
            <a:ext cx="15082325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  <p:sp>
        <p:nvSpPr>
          <p:cNvPr id="2" name="TextBox 1">
            <a:extLst>
              <a:ext uri="{FF2B5EF4-FFF2-40B4-BE49-F238E27FC236}">
                <a16:creationId xmlns="" xmlns:a16="http://schemas.microsoft.com/office/drawing/2014/main" id="{4E952C58-8480-45AF-A322-6DBD647D1E15}"/>
              </a:ext>
            </a:extLst>
          </p:cNvPr>
          <p:cNvSpPr txBox="1"/>
          <p:nvPr/>
        </p:nvSpPr>
        <p:spPr>
          <a:xfrm>
            <a:off x="2209800" y="1638300"/>
            <a:ext cx="15082325" cy="56938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Tx/>
              <a:buChar char="-"/>
            </a:pPr>
            <a:r>
              <a:rPr lang="en-US" sz="2800"/>
              <a:t>Module 1 Screenshot</a:t>
            </a:r>
          </a:p>
          <a:p>
            <a:endParaRPr lang="en-US" sz="2800"/>
          </a:p>
          <a:p>
            <a:pPr marL="457200" indent="-457200">
              <a:buFontTx/>
              <a:buChar char="-"/>
            </a:pPr>
            <a:endParaRPr lang="en-US" sz="2800"/>
          </a:p>
          <a:p>
            <a:pPr marL="457200" indent="-457200">
              <a:buFontTx/>
              <a:buChar char="-"/>
            </a:pPr>
            <a:endParaRPr lang="en-US" sz="2800"/>
          </a:p>
          <a:p>
            <a:pPr marL="457200" indent="-457200">
              <a:buFontTx/>
              <a:buChar char="-"/>
            </a:pPr>
            <a:endParaRPr lang="en-US" sz="2800"/>
          </a:p>
          <a:p>
            <a:pPr marL="457200" indent="-457200">
              <a:buFontTx/>
              <a:buChar char="-"/>
            </a:pPr>
            <a:endParaRPr lang="en-US" sz="2800"/>
          </a:p>
          <a:p>
            <a:pPr marL="457200" indent="-457200">
              <a:buFontTx/>
              <a:buChar char="-"/>
            </a:pPr>
            <a:endParaRPr lang="en-US" sz="2800"/>
          </a:p>
          <a:p>
            <a:pPr marL="457200" indent="-457200">
              <a:buFontTx/>
              <a:buChar char="-"/>
            </a:pPr>
            <a:endParaRPr lang="en-US" sz="2800"/>
          </a:p>
          <a:p>
            <a:pPr marL="457200" indent="-457200">
              <a:buFontTx/>
              <a:buChar char="-"/>
            </a:pPr>
            <a:endParaRPr lang="en-US" sz="2800"/>
          </a:p>
          <a:p>
            <a:pPr marL="457200" indent="-457200">
              <a:buFontTx/>
              <a:buChar char="-"/>
            </a:pPr>
            <a:endParaRPr lang="en-US" sz="2800"/>
          </a:p>
          <a:p>
            <a:pPr marL="457200" indent="-457200">
              <a:buFontTx/>
              <a:buChar char="-"/>
            </a:pPr>
            <a:endParaRPr lang="en-US" sz="2800"/>
          </a:p>
          <a:p>
            <a:pPr marL="457200" indent="-457200">
              <a:buFontTx/>
              <a:buChar char="-"/>
            </a:pPr>
            <a:endParaRPr lang="en-US" sz="280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  <p:pic>
        <p:nvPicPr>
          <p:cNvPr id="6" name="Picture 5">
            <a:extLst>
              <a:ext uri="{FF2B5EF4-FFF2-40B4-BE49-F238E27FC236}">
                <a16:creationId xmlns="" xmlns:a16="http://schemas.microsoft.com/office/drawing/2014/main" id="{4DC0D432-2C51-1834-9B35-AC26511F249A}"/>
              </a:ext>
            </a:extLst>
          </p:cNvPr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5856305" y="2451028"/>
            <a:ext cx="6575389" cy="7136703"/>
          </a:xfrm>
          <a:prstGeom prst="rect">
            <a:avLst/>
          </a:prstGeom>
        </p:spPr>
      </p:pic>
    </p:spTree>
    <p:extLst>
      <p:ext uri="{BB962C8B-B14F-4D97-AF65-F5344CB8AC3E}">
        <p14:creationId xmlns="" xmlns:p14="http://schemas.microsoft.com/office/powerpoint/2010/main" val="8488995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AB99B979-5F5A-F601-A0FE-984F4716A2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>
            <a:extLst>
              <a:ext uri="{FF2B5EF4-FFF2-40B4-BE49-F238E27FC236}">
                <a16:creationId xmlns="" xmlns:a16="http://schemas.microsoft.com/office/drawing/2014/main" id="{4B6FBEB5-59A7-3D53-DB5D-AC86C625B06C}"/>
              </a:ext>
            </a:extLst>
          </p:cNvPr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>
              <a:extLst>
                <a:ext uri="{FF2B5EF4-FFF2-40B4-BE49-F238E27FC236}">
                  <a16:creationId xmlns="" xmlns:a16="http://schemas.microsoft.com/office/drawing/2014/main" id="{532B494A-83F3-38CC-0011-D7488FBD3CAE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9" name="TextBox 9">
              <a:extLst>
                <a:ext uri="{FF2B5EF4-FFF2-40B4-BE49-F238E27FC236}">
                  <a16:creationId xmlns="" xmlns:a16="http://schemas.microsoft.com/office/drawing/2014/main" id="{8CDF7985-6CB4-2B12-C381-D6DA9ED21755}"/>
                </a:ext>
              </a:extLst>
            </p:cNvPr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400" b="1" dirty="0">
                  <a:solidFill>
                    <a:srgbClr val="002060"/>
                  </a:solidFill>
                  <a:latin typeface="Gotham"/>
                  <a:ea typeface="Gotham"/>
                  <a:cs typeface="Gotham"/>
                  <a:sym typeface="Gotham"/>
                </a:rPr>
                <a:t>8(C)</a:t>
              </a:r>
            </a:p>
          </p:txBody>
        </p:sp>
      </p:grpSp>
      <p:grpSp>
        <p:nvGrpSpPr>
          <p:cNvPr id="10" name="Group 10">
            <a:extLst>
              <a:ext uri="{FF2B5EF4-FFF2-40B4-BE49-F238E27FC236}">
                <a16:creationId xmlns="" xmlns:a16="http://schemas.microsoft.com/office/drawing/2014/main" id="{8561796B-F10D-0D0A-0503-95D910F74BC1}"/>
              </a:ext>
            </a:extLst>
          </p:cNvPr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>
              <a:extLst>
                <a:ext uri="{FF2B5EF4-FFF2-40B4-BE49-F238E27FC236}">
                  <a16:creationId xmlns="" xmlns:a16="http://schemas.microsoft.com/office/drawing/2014/main" id="{10579114-D352-7AF5-890F-809D45CE2AC8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2" name="TextBox 12">
              <a:extLst>
                <a:ext uri="{FF2B5EF4-FFF2-40B4-BE49-F238E27FC236}">
                  <a16:creationId xmlns="" xmlns:a16="http://schemas.microsoft.com/office/drawing/2014/main" id="{AEB66397-AFC7-0EF5-9689-8C550C270548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3" name="Group 13">
            <a:extLst>
              <a:ext uri="{FF2B5EF4-FFF2-40B4-BE49-F238E27FC236}">
                <a16:creationId xmlns="" xmlns:a16="http://schemas.microsoft.com/office/drawing/2014/main" id="{F4F7966F-BDB6-4DBF-5A0A-E0023AE9AC59}"/>
              </a:ext>
            </a:extLst>
          </p:cNvPr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>
              <a:extLst>
                <a:ext uri="{FF2B5EF4-FFF2-40B4-BE49-F238E27FC236}">
                  <a16:creationId xmlns="" xmlns:a16="http://schemas.microsoft.com/office/drawing/2014/main" id="{88019844-1230-C1A0-C98F-EF953AA0F2C7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5" name="TextBox 15">
              <a:extLst>
                <a:ext uri="{FF2B5EF4-FFF2-40B4-BE49-F238E27FC236}">
                  <a16:creationId xmlns="" xmlns:a16="http://schemas.microsoft.com/office/drawing/2014/main" id="{9D7BEEAE-4B4D-895C-A37B-22BAD3C8D006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>
            <a:extLst>
              <a:ext uri="{FF2B5EF4-FFF2-40B4-BE49-F238E27FC236}">
                <a16:creationId xmlns="" xmlns:a16="http://schemas.microsoft.com/office/drawing/2014/main" id="{D4C370CE-6F09-C8EC-FA3C-1242B71092CD}"/>
              </a:ext>
            </a:extLst>
          </p:cNvPr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>
              <a:extLst>
                <a:ext uri="{FF2B5EF4-FFF2-40B4-BE49-F238E27FC236}">
                  <a16:creationId xmlns="" xmlns:a16="http://schemas.microsoft.com/office/drawing/2014/main" id="{57CB5D1D-8C95-1E7D-70EE-8EFB89CF6684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>
              <a:extLst>
                <a:ext uri="{FF2B5EF4-FFF2-40B4-BE49-F238E27FC236}">
                  <a16:creationId xmlns="" xmlns:a16="http://schemas.microsoft.com/office/drawing/2014/main" id="{FC827E29-718F-467B-1C04-0C888B594534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9" name="Group 19">
            <a:extLst>
              <a:ext uri="{FF2B5EF4-FFF2-40B4-BE49-F238E27FC236}">
                <a16:creationId xmlns="" xmlns:a16="http://schemas.microsoft.com/office/drawing/2014/main" id="{5BB4D38B-E5B3-4809-01A9-B836E15A3A00}"/>
              </a:ext>
            </a:extLst>
          </p:cNvPr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>
              <a:extLst>
                <a:ext uri="{FF2B5EF4-FFF2-40B4-BE49-F238E27FC236}">
                  <a16:creationId xmlns="" xmlns:a16="http://schemas.microsoft.com/office/drawing/2014/main" id="{E1280F5E-933F-16C1-104C-C9DF312463D2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>
              <a:extLst>
                <a:ext uri="{FF2B5EF4-FFF2-40B4-BE49-F238E27FC236}">
                  <a16:creationId xmlns="" xmlns:a16="http://schemas.microsoft.com/office/drawing/2014/main" id="{895123C5-37D9-EB4E-133C-05798AA4006B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>
            <a:extLst>
              <a:ext uri="{FF2B5EF4-FFF2-40B4-BE49-F238E27FC236}">
                <a16:creationId xmlns="" xmlns:a16="http://schemas.microsoft.com/office/drawing/2014/main" id="{0BB5A8D0-A41E-C729-276D-B4DEEED1E5C9}"/>
              </a:ext>
            </a:extLst>
          </p:cNvPr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>
              <a:extLst>
                <a:ext uri="{FF2B5EF4-FFF2-40B4-BE49-F238E27FC236}">
                  <a16:creationId xmlns="" xmlns:a16="http://schemas.microsoft.com/office/drawing/2014/main" id="{6653F00C-DA03-8E38-0B53-EE14338157DE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>
              <a:extLst>
                <a:ext uri="{FF2B5EF4-FFF2-40B4-BE49-F238E27FC236}">
                  <a16:creationId xmlns="" xmlns:a16="http://schemas.microsoft.com/office/drawing/2014/main" id="{17CE6AA7-3169-FE8A-D79B-07C4145F4D4F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5" name="Group 25">
            <a:extLst>
              <a:ext uri="{FF2B5EF4-FFF2-40B4-BE49-F238E27FC236}">
                <a16:creationId xmlns="" xmlns:a16="http://schemas.microsoft.com/office/drawing/2014/main" id="{28067780-33A1-05BA-58C2-5F541281AB6E}"/>
              </a:ext>
            </a:extLst>
          </p:cNvPr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>
              <a:extLst>
                <a:ext uri="{FF2B5EF4-FFF2-40B4-BE49-F238E27FC236}">
                  <a16:creationId xmlns="" xmlns:a16="http://schemas.microsoft.com/office/drawing/2014/main" id="{480DD419-0DEE-9343-0904-6A504942F293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>
              <a:extLst>
                <a:ext uri="{FF2B5EF4-FFF2-40B4-BE49-F238E27FC236}">
                  <a16:creationId xmlns="" xmlns:a16="http://schemas.microsoft.com/office/drawing/2014/main" id="{FC8B7965-9F41-C608-AABE-B5392AE75789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8" name="Group 28">
            <a:extLst>
              <a:ext uri="{FF2B5EF4-FFF2-40B4-BE49-F238E27FC236}">
                <a16:creationId xmlns="" xmlns:a16="http://schemas.microsoft.com/office/drawing/2014/main" id="{CB16FAA1-EBB4-44A8-81D6-96222C76E091}"/>
              </a:ext>
            </a:extLst>
          </p:cNvPr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>
              <a:extLst>
                <a:ext uri="{FF2B5EF4-FFF2-40B4-BE49-F238E27FC236}">
                  <a16:creationId xmlns="" xmlns:a16="http://schemas.microsoft.com/office/drawing/2014/main" id="{5FDEEE56-2518-8C8C-618B-21537364886C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>
              <a:extLst>
                <a:ext uri="{FF2B5EF4-FFF2-40B4-BE49-F238E27FC236}">
                  <a16:creationId xmlns="" xmlns:a16="http://schemas.microsoft.com/office/drawing/2014/main" id="{1D84FE37-AC23-9027-671B-F5F5A8762A00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>
            <a:extLst>
              <a:ext uri="{FF2B5EF4-FFF2-40B4-BE49-F238E27FC236}">
                <a16:creationId xmlns="" xmlns:a16="http://schemas.microsoft.com/office/drawing/2014/main" id="{4FB7505E-44F0-D773-BCF3-BDE26AAC2283}"/>
              </a:ext>
            </a:extLst>
          </p:cNvPr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>
              <a:extLst>
                <a:ext uri="{FF2B5EF4-FFF2-40B4-BE49-F238E27FC236}">
                  <a16:creationId xmlns="" xmlns:a16="http://schemas.microsoft.com/office/drawing/2014/main" id="{0528E68C-3844-824E-E428-34610111A9BC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>
              <a:extLst>
                <a:ext uri="{FF2B5EF4-FFF2-40B4-BE49-F238E27FC236}">
                  <a16:creationId xmlns="" xmlns:a16="http://schemas.microsoft.com/office/drawing/2014/main" id="{0B91333E-44C8-902C-E8B6-FFA999592245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grpSp>
        <p:nvGrpSpPr>
          <p:cNvPr id="35" name="Group 35">
            <a:extLst>
              <a:ext uri="{FF2B5EF4-FFF2-40B4-BE49-F238E27FC236}">
                <a16:creationId xmlns="" xmlns:a16="http://schemas.microsoft.com/office/drawing/2014/main" id="{394F6624-97EE-2DA5-9BC8-F8E58196BCEF}"/>
              </a:ext>
            </a:extLst>
          </p:cNvPr>
          <p:cNvGrpSpPr/>
          <p:nvPr/>
        </p:nvGrpSpPr>
        <p:grpSpPr>
          <a:xfrm>
            <a:off x="17170670" y="-178579"/>
            <a:ext cx="10994424" cy="10994424"/>
            <a:chOff x="0" y="0"/>
            <a:chExt cx="812800" cy="812800"/>
          </a:xfrm>
        </p:grpSpPr>
        <p:sp>
          <p:nvSpPr>
            <p:cNvPr id="36" name="Freeform 36">
              <a:extLst>
                <a:ext uri="{FF2B5EF4-FFF2-40B4-BE49-F238E27FC236}">
                  <a16:creationId xmlns="" xmlns:a16="http://schemas.microsoft.com/office/drawing/2014/main" id="{3FAF7E4B-0C2D-A8B7-7E51-344F5C4879AD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37" name="TextBox 37">
              <a:extLst>
                <a:ext uri="{FF2B5EF4-FFF2-40B4-BE49-F238E27FC236}">
                  <a16:creationId xmlns="" xmlns:a16="http://schemas.microsoft.com/office/drawing/2014/main" id="{EBD4A014-1A7B-5802-7974-1FE3BAFCB374}"/>
                </a:ext>
              </a:extLst>
            </p:cNvPr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3" name="TextBox 42">
            <a:extLst>
              <a:ext uri="{FF2B5EF4-FFF2-40B4-BE49-F238E27FC236}">
                <a16:creationId xmlns="" xmlns:a16="http://schemas.microsoft.com/office/drawing/2014/main" id="{878EBD9F-9BCB-144D-4279-FF2557E0AC07}"/>
              </a:ext>
            </a:extLst>
          </p:cNvPr>
          <p:cNvSpPr txBox="1"/>
          <p:nvPr/>
        </p:nvSpPr>
        <p:spPr>
          <a:xfrm>
            <a:off x="152400" y="342900"/>
            <a:ext cx="157734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SCREENSHOTS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="" xmlns:a16="http://schemas.microsoft.com/office/drawing/2014/main" id="{C9A16571-6951-8FBA-8C86-1E649C82C4DD}"/>
              </a:ext>
            </a:extLst>
          </p:cNvPr>
          <p:cNvSpPr txBox="1"/>
          <p:nvPr/>
        </p:nvSpPr>
        <p:spPr>
          <a:xfrm>
            <a:off x="2209800" y="1638300"/>
            <a:ext cx="15082325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  <p:sp>
        <p:nvSpPr>
          <p:cNvPr id="2" name="TextBox 1">
            <a:extLst>
              <a:ext uri="{FF2B5EF4-FFF2-40B4-BE49-F238E27FC236}">
                <a16:creationId xmlns="" xmlns:a16="http://schemas.microsoft.com/office/drawing/2014/main" id="{316DC73E-27D3-0F7B-C2CC-A69832A9CECC}"/>
              </a:ext>
            </a:extLst>
          </p:cNvPr>
          <p:cNvSpPr txBox="1"/>
          <p:nvPr/>
        </p:nvSpPr>
        <p:spPr>
          <a:xfrm>
            <a:off x="2209800" y="1638300"/>
            <a:ext cx="15082325" cy="86177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r>
              <a:rPr lang="en-US" sz="3000" dirty="0"/>
              <a:t>Module 1 Explanation</a:t>
            </a:r>
          </a:p>
          <a:p>
            <a:endParaRPr lang="en-US" sz="3000" dirty="0"/>
          </a:p>
          <a:p>
            <a:pPr marL="457200" indent="-457200">
              <a:buFontTx/>
              <a:buChar char="-"/>
            </a:pPr>
            <a:endParaRPr lang="en-US" sz="3000" dirty="0"/>
          </a:p>
          <a:p>
            <a:pPr marL="457200" indent="-457200">
              <a:buFontTx/>
              <a:buChar char="-"/>
            </a:pPr>
            <a:endParaRPr lang="en-US" sz="3000" dirty="0"/>
          </a:p>
          <a:p>
            <a:pPr marL="457200" indent="-457200">
              <a:buFontTx/>
              <a:buChar char="-"/>
            </a:pPr>
            <a:endParaRPr lang="en-US" sz="30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000" dirty="0"/>
              <a:t>This page shows that the event registration is successful.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000" dirty="0"/>
              <a:t>It confirms that the user's email has been verified and the seat has been </a:t>
            </a:r>
            <a:r>
              <a:rPr lang="en-US" sz="3000" dirty="0" err="1"/>
              <a:t>booked.It</a:t>
            </a:r>
            <a:r>
              <a:rPr lang="en-US" sz="3000" dirty="0"/>
              <a:t> also displays a digital ticket for the event, including the event name, date, and a QR code.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000" dirty="0"/>
              <a:t> The QR code can be used for entry or verification at the event.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000" dirty="0"/>
              <a:t>Additionally, the page contains student details such as name, student ID, and registration ID for identification purposes.</a:t>
            </a:r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</p:spTree>
    <p:extLst>
      <p:ext uri="{BB962C8B-B14F-4D97-AF65-F5344CB8AC3E}">
        <p14:creationId xmlns="" xmlns:p14="http://schemas.microsoft.com/office/powerpoint/2010/main" val="214849810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973ADB03-5949-76CF-730D-FE5AC6B020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>
            <a:extLst>
              <a:ext uri="{FF2B5EF4-FFF2-40B4-BE49-F238E27FC236}">
                <a16:creationId xmlns="" xmlns:a16="http://schemas.microsoft.com/office/drawing/2014/main" id="{0341F564-4633-428C-1F61-C503FD5273F1}"/>
              </a:ext>
            </a:extLst>
          </p:cNvPr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>
              <a:extLst>
                <a:ext uri="{FF2B5EF4-FFF2-40B4-BE49-F238E27FC236}">
                  <a16:creationId xmlns="" xmlns:a16="http://schemas.microsoft.com/office/drawing/2014/main" id="{E1FA13A8-928A-9F16-48B2-4EDC4C148B04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9" name="TextBox 9">
              <a:extLst>
                <a:ext uri="{FF2B5EF4-FFF2-40B4-BE49-F238E27FC236}">
                  <a16:creationId xmlns="" xmlns:a16="http://schemas.microsoft.com/office/drawing/2014/main" id="{23C684A6-1477-B610-0A9F-CDE5A866C9C7}"/>
                </a:ext>
              </a:extLst>
            </p:cNvPr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400" b="1" dirty="0">
                  <a:solidFill>
                    <a:srgbClr val="002060"/>
                  </a:solidFill>
                  <a:latin typeface="Gotham"/>
                  <a:ea typeface="Gotham"/>
                  <a:cs typeface="Gotham"/>
                  <a:sym typeface="Gotham"/>
                </a:rPr>
                <a:t>8(C)</a:t>
              </a:r>
            </a:p>
          </p:txBody>
        </p:sp>
      </p:grpSp>
      <p:grpSp>
        <p:nvGrpSpPr>
          <p:cNvPr id="10" name="Group 10">
            <a:extLst>
              <a:ext uri="{FF2B5EF4-FFF2-40B4-BE49-F238E27FC236}">
                <a16:creationId xmlns="" xmlns:a16="http://schemas.microsoft.com/office/drawing/2014/main" id="{6BFD91F5-CD9A-E8BA-7FF7-B828C51DBDAA}"/>
              </a:ext>
            </a:extLst>
          </p:cNvPr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>
              <a:extLst>
                <a:ext uri="{FF2B5EF4-FFF2-40B4-BE49-F238E27FC236}">
                  <a16:creationId xmlns="" xmlns:a16="http://schemas.microsoft.com/office/drawing/2014/main" id="{B1D3B593-5A0E-46DF-756F-9A6B72421375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2" name="TextBox 12">
              <a:extLst>
                <a:ext uri="{FF2B5EF4-FFF2-40B4-BE49-F238E27FC236}">
                  <a16:creationId xmlns="" xmlns:a16="http://schemas.microsoft.com/office/drawing/2014/main" id="{C946D6BE-BC77-E9AB-16E6-CEAE4EC0386D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3" name="Group 13">
            <a:extLst>
              <a:ext uri="{FF2B5EF4-FFF2-40B4-BE49-F238E27FC236}">
                <a16:creationId xmlns="" xmlns:a16="http://schemas.microsoft.com/office/drawing/2014/main" id="{B9330135-71E2-ADA0-7F41-06E42DB5D58F}"/>
              </a:ext>
            </a:extLst>
          </p:cNvPr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>
              <a:extLst>
                <a:ext uri="{FF2B5EF4-FFF2-40B4-BE49-F238E27FC236}">
                  <a16:creationId xmlns="" xmlns:a16="http://schemas.microsoft.com/office/drawing/2014/main" id="{BFA87DBC-CC89-B390-A600-F2BCC5965AD9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5" name="TextBox 15">
              <a:extLst>
                <a:ext uri="{FF2B5EF4-FFF2-40B4-BE49-F238E27FC236}">
                  <a16:creationId xmlns="" xmlns:a16="http://schemas.microsoft.com/office/drawing/2014/main" id="{ECA32750-0933-E1A1-02FD-38092240BB63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>
            <a:extLst>
              <a:ext uri="{FF2B5EF4-FFF2-40B4-BE49-F238E27FC236}">
                <a16:creationId xmlns="" xmlns:a16="http://schemas.microsoft.com/office/drawing/2014/main" id="{6C689BC3-874A-43DE-7ADA-76D7D45F17BE}"/>
              </a:ext>
            </a:extLst>
          </p:cNvPr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>
              <a:extLst>
                <a:ext uri="{FF2B5EF4-FFF2-40B4-BE49-F238E27FC236}">
                  <a16:creationId xmlns="" xmlns:a16="http://schemas.microsoft.com/office/drawing/2014/main" id="{3AAAE51B-4974-D365-CB1C-3417B949CB44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>
              <a:extLst>
                <a:ext uri="{FF2B5EF4-FFF2-40B4-BE49-F238E27FC236}">
                  <a16:creationId xmlns="" xmlns:a16="http://schemas.microsoft.com/office/drawing/2014/main" id="{9D04FC35-9F18-F798-684B-6BBE67C47019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9" name="Group 19">
            <a:extLst>
              <a:ext uri="{FF2B5EF4-FFF2-40B4-BE49-F238E27FC236}">
                <a16:creationId xmlns="" xmlns:a16="http://schemas.microsoft.com/office/drawing/2014/main" id="{5670C5D5-4C3F-1D22-E9E5-0681D9C0FF3F}"/>
              </a:ext>
            </a:extLst>
          </p:cNvPr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>
              <a:extLst>
                <a:ext uri="{FF2B5EF4-FFF2-40B4-BE49-F238E27FC236}">
                  <a16:creationId xmlns="" xmlns:a16="http://schemas.microsoft.com/office/drawing/2014/main" id="{CDB16E9D-BC44-D564-5FDF-928384F97CD1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>
              <a:extLst>
                <a:ext uri="{FF2B5EF4-FFF2-40B4-BE49-F238E27FC236}">
                  <a16:creationId xmlns="" xmlns:a16="http://schemas.microsoft.com/office/drawing/2014/main" id="{CB15F0F5-9239-83CF-3B8C-609163E6FF07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>
            <a:extLst>
              <a:ext uri="{FF2B5EF4-FFF2-40B4-BE49-F238E27FC236}">
                <a16:creationId xmlns="" xmlns:a16="http://schemas.microsoft.com/office/drawing/2014/main" id="{80567A03-29B2-4F9E-E631-36FE41FB4BC1}"/>
              </a:ext>
            </a:extLst>
          </p:cNvPr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>
              <a:extLst>
                <a:ext uri="{FF2B5EF4-FFF2-40B4-BE49-F238E27FC236}">
                  <a16:creationId xmlns="" xmlns:a16="http://schemas.microsoft.com/office/drawing/2014/main" id="{3A0904EA-F016-AFDC-A93E-B4FBF8DF5ECD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>
              <a:extLst>
                <a:ext uri="{FF2B5EF4-FFF2-40B4-BE49-F238E27FC236}">
                  <a16:creationId xmlns="" xmlns:a16="http://schemas.microsoft.com/office/drawing/2014/main" id="{1D2E5C0B-6A56-6C5E-3BFF-5914EABDA1A6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5" name="Group 25">
            <a:extLst>
              <a:ext uri="{FF2B5EF4-FFF2-40B4-BE49-F238E27FC236}">
                <a16:creationId xmlns="" xmlns:a16="http://schemas.microsoft.com/office/drawing/2014/main" id="{C49E1BF9-01E4-4D78-0B81-1515246F3BDF}"/>
              </a:ext>
            </a:extLst>
          </p:cNvPr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>
              <a:extLst>
                <a:ext uri="{FF2B5EF4-FFF2-40B4-BE49-F238E27FC236}">
                  <a16:creationId xmlns="" xmlns:a16="http://schemas.microsoft.com/office/drawing/2014/main" id="{7A615322-55A4-6B71-EFFE-393EDD590EAE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>
              <a:extLst>
                <a:ext uri="{FF2B5EF4-FFF2-40B4-BE49-F238E27FC236}">
                  <a16:creationId xmlns="" xmlns:a16="http://schemas.microsoft.com/office/drawing/2014/main" id="{89A62FE6-6F7A-31CB-33FC-4089D50C8E87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8" name="Group 28">
            <a:extLst>
              <a:ext uri="{FF2B5EF4-FFF2-40B4-BE49-F238E27FC236}">
                <a16:creationId xmlns="" xmlns:a16="http://schemas.microsoft.com/office/drawing/2014/main" id="{9E5E3F7C-D94E-AEED-EB88-5EF146652DE9}"/>
              </a:ext>
            </a:extLst>
          </p:cNvPr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>
              <a:extLst>
                <a:ext uri="{FF2B5EF4-FFF2-40B4-BE49-F238E27FC236}">
                  <a16:creationId xmlns="" xmlns:a16="http://schemas.microsoft.com/office/drawing/2014/main" id="{1F97EDCC-00E9-DB52-74AC-0D01F0EF6339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>
              <a:extLst>
                <a:ext uri="{FF2B5EF4-FFF2-40B4-BE49-F238E27FC236}">
                  <a16:creationId xmlns="" xmlns:a16="http://schemas.microsoft.com/office/drawing/2014/main" id="{487E87BA-4DFA-76C8-6EE6-6878BA06A52F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>
            <a:extLst>
              <a:ext uri="{FF2B5EF4-FFF2-40B4-BE49-F238E27FC236}">
                <a16:creationId xmlns="" xmlns:a16="http://schemas.microsoft.com/office/drawing/2014/main" id="{2C2200B9-01A2-94A2-1F5B-1D6A25073A7A}"/>
              </a:ext>
            </a:extLst>
          </p:cNvPr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>
              <a:extLst>
                <a:ext uri="{FF2B5EF4-FFF2-40B4-BE49-F238E27FC236}">
                  <a16:creationId xmlns="" xmlns:a16="http://schemas.microsoft.com/office/drawing/2014/main" id="{3926722E-12F6-5180-2638-ACFB885B5AAD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>
              <a:extLst>
                <a:ext uri="{FF2B5EF4-FFF2-40B4-BE49-F238E27FC236}">
                  <a16:creationId xmlns="" xmlns:a16="http://schemas.microsoft.com/office/drawing/2014/main" id="{8EC42E6E-8AD6-04E2-8BD4-7FBD7CBDD24C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grpSp>
        <p:nvGrpSpPr>
          <p:cNvPr id="35" name="Group 35">
            <a:extLst>
              <a:ext uri="{FF2B5EF4-FFF2-40B4-BE49-F238E27FC236}">
                <a16:creationId xmlns="" xmlns:a16="http://schemas.microsoft.com/office/drawing/2014/main" id="{72E90A24-DC79-6DE6-2922-BC4E3DF1ABCE}"/>
              </a:ext>
            </a:extLst>
          </p:cNvPr>
          <p:cNvGrpSpPr/>
          <p:nvPr/>
        </p:nvGrpSpPr>
        <p:grpSpPr>
          <a:xfrm>
            <a:off x="17170670" y="-178579"/>
            <a:ext cx="10994424" cy="10994424"/>
            <a:chOff x="0" y="0"/>
            <a:chExt cx="812800" cy="812800"/>
          </a:xfrm>
        </p:grpSpPr>
        <p:sp>
          <p:nvSpPr>
            <p:cNvPr id="36" name="Freeform 36">
              <a:extLst>
                <a:ext uri="{FF2B5EF4-FFF2-40B4-BE49-F238E27FC236}">
                  <a16:creationId xmlns="" xmlns:a16="http://schemas.microsoft.com/office/drawing/2014/main" id="{36050E7B-D09F-A7E8-04A5-30F04395C26D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37" name="TextBox 37">
              <a:extLst>
                <a:ext uri="{FF2B5EF4-FFF2-40B4-BE49-F238E27FC236}">
                  <a16:creationId xmlns="" xmlns:a16="http://schemas.microsoft.com/office/drawing/2014/main" id="{BA8DA712-CF93-8857-BCB8-2E1D0BE71531}"/>
                </a:ext>
              </a:extLst>
            </p:cNvPr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3" name="TextBox 42">
            <a:extLst>
              <a:ext uri="{FF2B5EF4-FFF2-40B4-BE49-F238E27FC236}">
                <a16:creationId xmlns="" xmlns:a16="http://schemas.microsoft.com/office/drawing/2014/main" id="{91063915-37FA-F966-5F01-81884DC752A6}"/>
              </a:ext>
            </a:extLst>
          </p:cNvPr>
          <p:cNvSpPr txBox="1"/>
          <p:nvPr/>
        </p:nvSpPr>
        <p:spPr>
          <a:xfrm>
            <a:off x="152400" y="342900"/>
            <a:ext cx="1598754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SCREENSHOTS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="" xmlns:a16="http://schemas.microsoft.com/office/drawing/2014/main" id="{442051EF-BCD0-491C-2351-0C381CC19775}"/>
              </a:ext>
            </a:extLst>
          </p:cNvPr>
          <p:cNvSpPr txBox="1"/>
          <p:nvPr/>
        </p:nvSpPr>
        <p:spPr>
          <a:xfrm>
            <a:off x="2209800" y="1638300"/>
            <a:ext cx="15082325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  <p:sp>
        <p:nvSpPr>
          <p:cNvPr id="2" name="TextBox 1">
            <a:extLst>
              <a:ext uri="{FF2B5EF4-FFF2-40B4-BE49-F238E27FC236}">
                <a16:creationId xmlns="" xmlns:a16="http://schemas.microsoft.com/office/drawing/2014/main" id="{A3A83030-2F2A-8C96-2FEF-10234ABBF003}"/>
              </a:ext>
            </a:extLst>
          </p:cNvPr>
          <p:cNvSpPr txBox="1"/>
          <p:nvPr/>
        </p:nvSpPr>
        <p:spPr>
          <a:xfrm>
            <a:off x="2209800" y="1638300"/>
            <a:ext cx="15082325" cy="56938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Tx/>
              <a:buChar char="-"/>
            </a:pPr>
            <a:r>
              <a:rPr lang="en-US" sz="2800" dirty="0"/>
              <a:t>Module 2 Screenshot</a:t>
            </a:r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743200" y="2781300"/>
            <a:ext cx="12774613" cy="59737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="" xmlns:p14="http://schemas.microsoft.com/office/powerpoint/2010/main" val="211520734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5B9166AE-4570-F8F0-16A8-0F51B1B307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>
            <a:extLst>
              <a:ext uri="{FF2B5EF4-FFF2-40B4-BE49-F238E27FC236}">
                <a16:creationId xmlns="" xmlns:a16="http://schemas.microsoft.com/office/drawing/2014/main" id="{799432D5-1990-B48B-0DCE-4CB6C603AB23}"/>
              </a:ext>
            </a:extLst>
          </p:cNvPr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>
              <a:extLst>
                <a:ext uri="{FF2B5EF4-FFF2-40B4-BE49-F238E27FC236}">
                  <a16:creationId xmlns="" xmlns:a16="http://schemas.microsoft.com/office/drawing/2014/main" id="{CDAA028F-2985-F548-985B-BEA38A102BE0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9" name="TextBox 9">
              <a:extLst>
                <a:ext uri="{FF2B5EF4-FFF2-40B4-BE49-F238E27FC236}">
                  <a16:creationId xmlns="" xmlns:a16="http://schemas.microsoft.com/office/drawing/2014/main" id="{959CC2AC-48A5-3ADC-71DF-A710871D96F1}"/>
                </a:ext>
              </a:extLst>
            </p:cNvPr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400" b="1" dirty="0">
                  <a:solidFill>
                    <a:srgbClr val="002060"/>
                  </a:solidFill>
                  <a:latin typeface="Gotham"/>
                  <a:ea typeface="Gotham"/>
                  <a:cs typeface="Gotham"/>
                  <a:sym typeface="Gotham"/>
                </a:rPr>
                <a:t>8(C)</a:t>
              </a:r>
            </a:p>
          </p:txBody>
        </p:sp>
      </p:grpSp>
      <p:grpSp>
        <p:nvGrpSpPr>
          <p:cNvPr id="10" name="Group 10">
            <a:extLst>
              <a:ext uri="{FF2B5EF4-FFF2-40B4-BE49-F238E27FC236}">
                <a16:creationId xmlns="" xmlns:a16="http://schemas.microsoft.com/office/drawing/2014/main" id="{633749C7-A354-0B86-46F4-6250B68036E0}"/>
              </a:ext>
            </a:extLst>
          </p:cNvPr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>
              <a:extLst>
                <a:ext uri="{FF2B5EF4-FFF2-40B4-BE49-F238E27FC236}">
                  <a16:creationId xmlns="" xmlns:a16="http://schemas.microsoft.com/office/drawing/2014/main" id="{75811106-9200-2B5A-B6DC-A2A1133BDFBB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2" name="TextBox 12">
              <a:extLst>
                <a:ext uri="{FF2B5EF4-FFF2-40B4-BE49-F238E27FC236}">
                  <a16:creationId xmlns="" xmlns:a16="http://schemas.microsoft.com/office/drawing/2014/main" id="{09815D5B-C5FB-97D8-2FB2-0BD2D7FFE41A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3" name="Group 13">
            <a:extLst>
              <a:ext uri="{FF2B5EF4-FFF2-40B4-BE49-F238E27FC236}">
                <a16:creationId xmlns="" xmlns:a16="http://schemas.microsoft.com/office/drawing/2014/main" id="{44E94CED-ACF5-9144-D79F-82F2CBFF22CC}"/>
              </a:ext>
            </a:extLst>
          </p:cNvPr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>
              <a:extLst>
                <a:ext uri="{FF2B5EF4-FFF2-40B4-BE49-F238E27FC236}">
                  <a16:creationId xmlns="" xmlns:a16="http://schemas.microsoft.com/office/drawing/2014/main" id="{5843C1F5-9F36-AED4-7B12-EE5FA67383BD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5" name="TextBox 15">
              <a:extLst>
                <a:ext uri="{FF2B5EF4-FFF2-40B4-BE49-F238E27FC236}">
                  <a16:creationId xmlns="" xmlns:a16="http://schemas.microsoft.com/office/drawing/2014/main" id="{CFE559E3-3117-6C1E-7D8B-3AAFD7AAE44F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>
            <a:extLst>
              <a:ext uri="{FF2B5EF4-FFF2-40B4-BE49-F238E27FC236}">
                <a16:creationId xmlns="" xmlns:a16="http://schemas.microsoft.com/office/drawing/2014/main" id="{6F4019D6-B86E-5916-1411-F018C426EBEE}"/>
              </a:ext>
            </a:extLst>
          </p:cNvPr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>
              <a:extLst>
                <a:ext uri="{FF2B5EF4-FFF2-40B4-BE49-F238E27FC236}">
                  <a16:creationId xmlns="" xmlns:a16="http://schemas.microsoft.com/office/drawing/2014/main" id="{B88FAC73-ED6D-4B5A-0A8F-2CC57188EB2C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>
              <a:extLst>
                <a:ext uri="{FF2B5EF4-FFF2-40B4-BE49-F238E27FC236}">
                  <a16:creationId xmlns="" xmlns:a16="http://schemas.microsoft.com/office/drawing/2014/main" id="{32A05FBB-B3C3-9C94-9989-A56AD73D81CF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9" name="Group 19">
            <a:extLst>
              <a:ext uri="{FF2B5EF4-FFF2-40B4-BE49-F238E27FC236}">
                <a16:creationId xmlns="" xmlns:a16="http://schemas.microsoft.com/office/drawing/2014/main" id="{B888A30E-7309-0973-CFA8-14CF570438A4}"/>
              </a:ext>
            </a:extLst>
          </p:cNvPr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>
              <a:extLst>
                <a:ext uri="{FF2B5EF4-FFF2-40B4-BE49-F238E27FC236}">
                  <a16:creationId xmlns="" xmlns:a16="http://schemas.microsoft.com/office/drawing/2014/main" id="{4B10E6E6-4445-05A9-E947-192159EF5909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>
              <a:extLst>
                <a:ext uri="{FF2B5EF4-FFF2-40B4-BE49-F238E27FC236}">
                  <a16:creationId xmlns="" xmlns:a16="http://schemas.microsoft.com/office/drawing/2014/main" id="{48C1E728-57C7-C971-1A81-8B5FB32E108F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>
            <a:extLst>
              <a:ext uri="{FF2B5EF4-FFF2-40B4-BE49-F238E27FC236}">
                <a16:creationId xmlns="" xmlns:a16="http://schemas.microsoft.com/office/drawing/2014/main" id="{1F2B93CD-3FC0-38C2-294E-B72E14C1C583}"/>
              </a:ext>
            </a:extLst>
          </p:cNvPr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>
              <a:extLst>
                <a:ext uri="{FF2B5EF4-FFF2-40B4-BE49-F238E27FC236}">
                  <a16:creationId xmlns="" xmlns:a16="http://schemas.microsoft.com/office/drawing/2014/main" id="{F8FD107E-2B79-CC05-19C9-DA084D249D1E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>
              <a:extLst>
                <a:ext uri="{FF2B5EF4-FFF2-40B4-BE49-F238E27FC236}">
                  <a16:creationId xmlns="" xmlns:a16="http://schemas.microsoft.com/office/drawing/2014/main" id="{134A9D22-562D-06AB-B085-B235E9512103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5" name="Group 25">
            <a:extLst>
              <a:ext uri="{FF2B5EF4-FFF2-40B4-BE49-F238E27FC236}">
                <a16:creationId xmlns="" xmlns:a16="http://schemas.microsoft.com/office/drawing/2014/main" id="{25C5F7E4-D51A-8D21-C677-AD961421DB5A}"/>
              </a:ext>
            </a:extLst>
          </p:cNvPr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>
              <a:extLst>
                <a:ext uri="{FF2B5EF4-FFF2-40B4-BE49-F238E27FC236}">
                  <a16:creationId xmlns="" xmlns:a16="http://schemas.microsoft.com/office/drawing/2014/main" id="{4B6D0990-3FBC-76C5-6D1E-5F42C34B6FD9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>
              <a:extLst>
                <a:ext uri="{FF2B5EF4-FFF2-40B4-BE49-F238E27FC236}">
                  <a16:creationId xmlns="" xmlns:a16="http://schemas.microsoft.com/office/drawing/2014/main" id="{09CFD592-8879-4FE8-A45F-D21D17E2A8A6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8" name="Group 28">
            <a:extLst>
              <a:ext uri="{FF2B5EF4-FFF2-40B4-BE49-F238E27FC236}">
                <a16:creationId xmlns="" xmlns:a16="http://schemas.microsoft.com/office/drawing/2014/main" id="{4A2FDC4E-ED10-65B2-65A4-76E547E8C4AD}"/>
              </a:ext>
            </a:extLst>
          </p:cNvPr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>
              <a:extLst>
                <a:ext uri="{FF2B5EF4-FFF2-40B4-BE49-F238E27FC236}">
                  <a16:creationId xmlns="" xmlns:a16="http://schemas.microsoft.com/office/drawing/2014/main" id="{2565BE13-1FA5-7663-388C-F00D9AED103C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>
              <a:extLst>
                <a:ext uri="{FF2B5EF4-FFF2-40B4-BE49-F238E27FC236}">
                  <a16:creationId xmlns="" xmlns:a16="http://schemas.microsoft.com/office/drawing/2014/main" id="{B2EF2E0C-B208-681F-5D02-DF189EA573E5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>
            <a:extLst>
              <a:ext uri="{FF2B5EF4-FFF2-40B4-BE49-F238E27FC236}">
                <a16:creationId xmlns="" xmlns:a16="http://schemas.microsoft.com/office/drawing/2014/main" id="{97A374B8-8937-D700-0CEE-F926501427D3}"/>
              </a:ext>
            </a:extLst>
          </p:cNvPr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>
              <a:extLst>
                <a:ext uri="{FF2B5EF4-FFF2-40B4-BE49-F238E27FC236}">
                  <a16:creationId xmlns="" xmlns:a16="http://schemas.microsoft.com/office/drawing/2014/main" id="{46F6A6AD-444B-FD3E-64B2-37ADE0E92D7B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>
              <a:extLst>
                <a:ext uri="{FF2B5EF4-FFF2-40B4-BE49-F238E27FC236}">
                  <a16:creationId xmlns="" xmlns:a16="http://schemas.microsoft.com/office/drawing/2014/main" id="{028002BE-E330-5B6C-8B81-F5D25EBF1A80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grpSp>
        <p:nvGrpSpPr>
          <p:cNvPr id="35" name="Group 35">
            <a:extLst>
              <a:ext uri="{FF2B5EF4-FFF2-40B4-BE49-F238E27FC236}">
                <a16:creationId xmlns="" xmlns:a16="http://schemas.microsoft.com/office/drawing/2014/main" id="{34536838-802D-83B8-77E7-438FBCAC3962}"/>
              </a:ext>
            </a:extLst>
          </p:cNvPr>
          <p:cNvGrpSpPr/>
          <p:nvPr/>
        </p:nvGrpSpPr>
        <p:grpSpPr>
          <a:xfrm>
            <a:off x="17170670" y="-178579"/>
            <a:ext cx="10994424" cy="10994424"/>
            <a:chOff x="0" y="0"/>
            <a:chExt cx="812800" cy="812800"/>
          </a:xfrm>
        </p:grpSpPr>
        <p:sp>
          <p:nvSpPr>
            <p:cNvPr id="36" name="Freeform 36">
              <a:extLst>
                <a:ext uri="{FF2B5EF4-FFF2-40B4-BE49-F238E27FC236}">
                  <a16:creationId xmlns="" xmlns:a16="http://schemas.microsoft.com/office/drawing/2014/main" id="{43643053-0EF6-8764-EEA8-356A90945713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37" name="TextBox 37">
              <a:extLst>
                <a:ext uri="{FF2B5EF4-FFF2-40B4-BE49-F238E27FC236}">
                  <a16:creationId xmlns="" xmlns:a16="http://schemas.microsoft.com/office/drawing/2014/main" id="{B228B5B5-D074-7011-F574-36D16F76055D}"/>
                </a:ext>
              </a:extLst>
            </p:cNvPr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3" name="TextBox 42">
            <a:extLst>
              <a:ext uri="{FF2B5EF4-FFF2-40B4-BE49-F238E27FC236}">
                <a16:creationId xmlns="" xmlns:a16="http://schemas.microsoft.com/office/drawing/2014/main" id="{5C1DA21F-64F9-729A-7B2C-D1864DA1CFD4}"/>
              </a:ext>
            </a:extLst>
          </p:cNvPr>
          <p:cNvSpPr txBox="1"/>
          <p:nvPr/>
        </p:nvSpPr>
        <p:spPr>
          <a:xfrm>
            <a:off x="152400" y="342900"/>
            <a:ext cx="1598754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SCREENSHOTS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="" xmlns:a16="http://schemas.microsoft.com/office/drawing/2014/main" id="{0F039AA2-DA32-25D5-2EF3-271337ABDF48}"/>
              </a:ext>
            </a:extLst>
          </p:cNvPr>
          <p:cNvSpPr txBox="1"/>
          <p:nvPr/>
        </p:nvSpPr>
        <p:spPr>
          <a:xfrm>
            <a:off x="2209800" y="1638300"/>
            <a:ext cx="15082325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  <p:sp>
        <p:nvSpPr>
          <p:cNvPr id="2" name="TextBox 1">
            <a:extLst>
              <a:ext uri="{FF2B5EF4-FFF2-40B4-BE49-F238E27FC236}">
                <a16:creationId xmlns="" xmlns:a16="http://schemas.microsoft.com/office/drawing/2014/main" id="{20CAB1B7-980F-7944-D737-4A28CC4009B5}"/>
              </a:ext>
            </a:extLst>
          </p:cNvPr>
          <p:cNvSpPr txBox="1"/>
          <p:nvPr/>
        </p:nvSpPr>
        <p:spPr>
          <a:xfrm>
            <a:off x="2179320" y="2015465"/>
            <a:ext cx="15082325" cy="85254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Tx/>
              <a:buChar char="-"/>
            </a:pPr>
            <a:r>
              <a:rPr lang="en-US" sz="3000" dirty="0"/>
              <a:t>Module 2 Explanation </a:t>
            </a:r>
          </a:p>
          <a:p>
            <a:pPr marL="457200" indent="-457200">
              <a:buFontTx/>
              <a:buChar char="-"/>
            </a:pPr>
            <a:endParaRPr lang="en-US" sz="3000" dirty="0"/>
          </a:p>
          <a:p>
            <a:pPr marL="457200" indent="-457200">
              <a:buFontTx/>
              <a:buChar char="-"/>
            </a:pPr>
            <a:endParaRPr lang="en-US" sz="3000" dirty="0"/>
          </a:p>
          <a:p>
            <a:pPr marL="457200" indent="-457200">
              <a:buFontTx/>
              <a:buChar char="-"/>
            </a:pPr>
            <a:endParaRPr lang="en-US" sz="30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000" dirty="0"/>
              <a:t>The Add Event page allows users to create and add new event details in the Smart Campus Event Management System.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000" dirty="0"/>
              <a:t> It collects information such as event name, date, location, and status, which are stored in the database for event management.</a:t>
            </a:r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</p:spTree>
    <p:extLst>
      <p:ext uri="{BB962C8B-B14F-4D97-AF65-F5344CB8AC3E}">
        <p14:creationId xmlns="" xmlns:p14="http://schemas.microsoft.com/office/powerpoint/2010/main" val="9590589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10E31A08-FC7E-E512-85E3-5A8DF3EBA1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>
            <a:extLst>
              <a:ext uri="{FF2B5EF4-FFF2-40B4-BE49-F238E27FC236}">
                <a16:creationId xmlns="" xmlns:a16="http://schemas.microsoft.com/office/drawing/2014/main" id="{0BB2DCE9-09B2-3827-0C54-7250AFB7359C}"/>
              </a:ext>
            </a:extLst>
          </p:cNvPr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>
              <a:extLst>
                <a:ext uri="{FF2B5EF4-FFF2-40B4-BE49-F238E27FC236}">
                  <a16:creationId xmlns="" xmlns:a16="http://schemas.microsoft.com/office/drawing/2014/main" id="{92DCF036-D101-249B-C54F-D58E4E597AB6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9" name="TextBox 9">
              <a:extLst>
                <a:ext uri="{FF2B5EF4-FFF2-40B4-BE49-F238E27FC236}">
                  <a16:creationId xmlns="" xmlns:a16="http://schemas.microsoft.com/office/drawing/2014/main" id="{8D1170D6-06BB-DFFF-2477-50FD484405A4}"/>
                </a:ext>
              </a:extLst>
            </p:cNvPr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400" b="1" dirty="0">
                  <a:solidFill>
                    <a:srgbClr val="002060"/>
                  </a:solidFill>
                  <a:latin typeface="Gotham"/>
                  <a:ea typeface="Gotham"/>
                  <a:cs typeface="Gotham"/>
                  <a:sym typeface="Gotham"/>
                </a:rPr>
                <a:t>8(C)</a:t>
              </a:r>
            </a:p>
          </p:txBody>
        </p:sp>
      </p:grpSp>
      <p:grpSp>
        <p:nvGrpSpPr>
          <p:cNvPr id="10" name="Group 10">
            <a:extLst>
              <a:ext uri="{FF2B5EF4-FFF2-40B4-BE49-F238E27FC236}">
                <a16:creationId xmlns="" xmlns:a16="http://schemas.microsoft.com/office/drawing/2014/main" id="{3785E3DA-43D7-6E2B-749D-244B47A44AF5}"/>
              </a:ext>
            </a:extLst>
          </p:cNvPr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>
              <a:extLst>
                <a:ext uri="{FF2B5EF4-FFF2-40B4-BE49-F238E27FC236}">
                  <a16:creationId xmlns="" xmlns:a16="http://schemas.microsoft.com/office/drawing/2014/main" id="{F1087445-13BC-A3C2-4EAB-172A2DFF8275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2" name="TextBox 12">
              <a:extLst>
                <a:ext uri="{FF2B5EF4-FFF2-40B4-BE49-F238E27FC236}">
                  <a16:creationId xmlns="" xmlns:a16="http://schemas.microsoft.com/office/drawing/2014/main" id="{3D6BC875-4EF7-1E48-E27F-CD2CB9084C96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3" name="Group 13">
            <a:extLst>
              <a:ext uri="{FF2B5EF4-FFF2-40B4-BE49-F238E27FC236}">
                <a16:creationId xmlns="" xmlns:a16="http://schemas.microsoft.com/office/drawing/2014/main" id="{9A246BAE-7768-85A5-769E-DD4E0EC948CC}"/>
              </a:ext>
            </a:extLst>
          </p:cNvPr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>
              <a:extLst>
                <a:ext uri="{FF2B5EF4-FFF2-40B4-BE49-F238E27FC236}">
                  <a16:creationId xmlns="" xmlns:a16="http://schemas.microsoft.com/office/drawing/2014/main" id="{DD5386C6-D378-1F86-3A74-665CAF7093C3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5" name="TextBox 15">
              <a:extLst>
                <a:ext uri="{FF2B5EF4-FFF2-40B4-BE49-F238E27FC236}">
                  <a16:creationId xmlns="" xmlns:a16="http://schemas.microsoft.com/office/drawing/2014/main" id="{5388E6EA-CC2C-1138-B38D-334C1FAC6763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>
            <a:extLst>
              <a:ext uri="{FF2B5EF4-FFF2-40B4-BE49-F238E27FC236}">
                <a16:creationId xmlns="" xmlns:a16="http://schemas.microsoft.com/office/drawing/2014/main" id="{4FAEF74E-26CF-34A1-C455-EACB215CD50D}"/>
              </a:ext>
            </a:extLst>
          </p:cNvPr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>
              <a:extLst>
                <a:ext uri="{FF2B5EF4-FFF2-40B4-BE49-F238E27FC236}">
                  <a16:creationId xmlns="" xmlns:a16="http://schemas.microsoft.com/office/drawing/2014/main" id="{8D273E81-3F09-3E12-65AB-91ACBC666CEF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>
              <a:extLst>
                <a:ext uri="{FF2B5EF4-FFF2-40B4-BE49-F238E27FC236}">
                  <a16:creationId xmlns="" xmlns:a16="http://schemas.microsoft.com/office/drawing/2014/main" id="{50AFF68D-04DA-05F5-EEFC-F8696BEA8B6C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9" name="Group 19">
            <a:extLst>
              <a:ext uri="{FF2B5EF4-FFF2-40B4-BE49-F238E27FC236}">
                <a16:creationId xmlns="" xmlns:a16="http://schemas.microsoft.com/office/drawing/2014/main" id="{91E02272-B02D-8927-8DE9-30A71B1B5C03}"/>
              </a:ext>
            </a:extLst>
          </p:cNvPr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>
              <a:extLst>
                <a:ext uri="{FF2B5EF4-FFF2-40B4-BE49-F238E27FC236}">
                  <a16:creationId xmlns="" xmlns:a16="http://schemas.microsoft.com/office/drawing/2014/main" id="{D15D95B6-3A29-FC02-EB48-9FEF5DF2BE22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>
              <a:extLst>
                <a:ext uri="{FF2B5EF4-FFF2-40B4-BE49-F238E27FC236}">
                  <a16:creationId xmlns="" xmlns:a16="http://schemas.microsoft.com/office/drawing/2014/main" id="{7EE3B5F9-3E74-DB4B-8449-14B55FBC13D8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>
            <a:extLst>
              <a:ext uri="{FF2B5EF4-FFF2-40B4-BE49-F238E27FC236}">
                <a16:creationId xmlns="" xmlns:a16="http://schemas.microsoft.com/office/drawing/2014/main" id="{379B76B1-565E-D6B4-A58D-F5B455AB933C}"/>
              </a:ext>
            </a:extLst>
          </p:cNvPr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>
              <a:extLst>
                <a:ext uri="{FF2B5EF4-FFF2-40B4-BE49-F238E27FC236}">
                  <a16:creationId xmlns="" xmlns:a16="http://schemas.microsoft.com/office/drawing/2014/main" id="{802AF821-05F9-F6C8-352E-991A3B7F5306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>
              <a:extLst>
                <a:ext uri="{FF2B5EF4-FFF2-40B4-BE49-F238E27FC236}">
                  <a16:creationId xmlns="" xmlns:a16="http://schemas.microsoft.com/office/drawing/2014/main" id="{B17ECA61-F265-684D-5BC5-25BD519341DE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5" name="Group 25">
            <a:extLst>
              <a:ext uri="{FF2B5EF4-FFF2-40B4-BE49-F238E27FC236}">
                <a16:creationId xmlns="" xmlns:a16="http://schemas.microsoft.com/office/drawing/2014/main" id="{8249936D-46DB-340A-ADF8-78F415479855}"/>
              </a:ext>
            </a:extLst>
          </p:cNvPr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>
              <a:extLst>
                <a:ext uri="{FF2B5EF4-FFF2-40B4-BE49-F238E27FC236}">
                  <a16:creationId xmlns="" xmlns:a16="http://schemas.microsoft.com/office/drawing/2014/main" id="{A2C15C50-2FF6-0A35-9919-1804313CC718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>
              <a:extLst>
                <a:ext uri="{FF2B5EF4-FFF2-40B4-BE49-F238E27FC236}">
                  <a16:creationId xmlns="" xmlns:a16="http://schemas.microsoft.com/office/drawing/2014/main" id="{23C08F9B-98FC-EAA8-F170-9DFC72F1E2D1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8" name="Group 28">
            <a:extLst>
              <a:ext uri="{FF2B5EF4-FFF2-40B4-BE49-F238E27FC236}">
                <a16:creationId xmlns="" xmlns:a16="http://schemas.microsoft.com/office/drawing/2014/main" id="{6B638819-E938-92E6-85E3-83DB4781E6AD}"/>
              </a:ext>
            </a:extLst>
          </p:cNvPr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>
              <a:extLst>
                <a:ext uri="{FF2B5EF4-FFF2-40B4-BE49-F238E27FC236}">
                  <a16:creationId xmlns="" xmlns:a16="http://schemas.microsoft.com/office/drawing/2014/main" id="{8A0F2E00-1F56-DA43-BC39-CF1D23BBE2DD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>
              <a:extLst>
                <a:ext uri="{FF2B5EF4-FFF2-40B4-BE49-F238E27FC236}">
                  <a16:creationId xmlns="" xmlns:a16="http://schemas.microsoft.com/office/drawing/2014/main" id="{22574F49-B0CA-ABD8-06B6-8B63313AC83F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>
            <a:extLst>
              <a:ext uri="{FF2B5EF4-FFF2-40B4-BE49-F238E27FC236}">
                <a16:creationId xmlns="" xmlns:a16="http://schemas.microsoft.com/office/drawing/2014/main" id="{59DF8B14-A995-2A5D-D49A-5FEB6109B7AC}"/>
              </a:ext>
            </a:extLst>
          </p:cNvPr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>
              <a:extLst>
                <a:ext uri="{FF2B5EF4-FFF2-40B4-BE49-F238E27FC236}">
                  <a16:creationId xmlns="" xmlns:a16="http://schemas.microsoft.com/office/drawing/2014/main" id="{E9DDC544-CFB7-FF35-C651-90DB255994C6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>
              <a:extLst>
                <a:ext uri="{FF2B5EF4-FFF2-40B4-BE49-F238E27FC236}">
                  <a16:creationId xmlns="" xmlns:a16="http://schemas.microsoft.com/office/drawing/2014/main" id="{5519A7CF-36B0-E5DF-CA4C-E3305A017B1F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grpSp>
        <p:nvGrpSpPr>
          <p:cNvPr id="35" name="Group 35">
            <a:extLst>
              <a:ext uri="{FF2B5EF4-FFF2-40B4-BE49-F238E27FC236}">
                <a16:creationId xmlns="" xmlns:a16="http://schemas.microsoft.com/office/drawing/2014/main" id="{9A1EE6FB-E3CE-2D3B-EEF8-29E237D90D77}"/>
              </a:ext>
            </a:extLst>
          </p:cNvPr>
          <p:cNvGrpSpPr/>
          <p:nvPr/>
        </p:nvGrpSpPr>
        <p:grpSpPr>
          <a:xfrm>
            <a:off x="17170670" y="-178579"/>
            <a:ext cx="10994424" cy="10994424"/>
            <a:chOff x="0" y="0"/>
            <a:chExt cx="812800" cy="812800"/>
          </a:xfrm>
        </p:grpSpPr>
        <p:sp>
          <p:nvSpPr>
            <p:cNvPr id="36" name="Freeform 36">
              <a:extLst>
                <a:ext uri="{FF2B5EF4-FFF2-40B4-BE49-F238E27FC236}">
                  <a16:creationId xmlns="" xmlns:a16="http://schemas.microsoft.com/office/drawing/2014/main" id="{2ED029D1-9105-EAFF-D51D-80FFB3E78885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37" name="TextBox 37">
              <a:extLst>
                <a:ext uri="{FF2B5EF4-FFF2-40B4-BE49-F238E27FC236}">
                  <a16:creationId xmlns="" xmlns:a16="http://schemas.microsoft.com/office/drawing/2014/main" id="{A37FCF64-A25F-B7B1-3231-F0ED02AB6012}"/>
                </a:ext>
              </a:extLst>
            </p:cNvPr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3" name="TextBox 42">
            <a:extLst>
              <a:ext uri="{FF2B5EF4-FFF2-40B4-BE49-F238E27FC236}">
                <a16:creationId xmlns="" xmlns:a16="http://schemas.microsoft.com/office/drawing/2014/main" id="{825A7B4E-B6B6-4A34-72D3-B680576DECA5}"/>
              </a:ext>
            </a:extLst>
          </p:cNvPr>
          <p:cNvSpPr txBox="1"/>
          <p:nvPr/>
        </p:nvSpPr>
        <p:spPr>
          <a:xfrm>
            <a:off x="152400" y="342900"/>
            <a:ext cx="163068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SCREENSHOTS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="" xmlns:a16="http://schemas.microsoft.com/office/drawing/2014/main" id="{D36598B5-E12E-2312-2D11-26F42AEFD3F5}"/>
              </a:ext>
            </a:extLst>
          </p:cNvPr>
          <p:cNvSpPr txBox="1"/>
          <p:nvPr/>
        </p:nvSpPr>
        <p:spPr>
          <a:xfrm>
            <a:off x="2209800" y="1638300"/>
            <a:ext cx="15082325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  <p:sp>
        <p:nvSpPr>
          <p:cNvPr id="2" name="TextBox 1">
            <a:extLst>
              <a:ext uri="{FF2B5EF4-FFF2-40B4-BE49-F238E27FC236}">
                <a16:creationId xmlns="" xmlns:a16="http://schemas.microsoft.com/office/drawing/2014/main" id="{A1A4B2BB-27EE-9136-DC70-3E3D3A0AB764}"/>
              </a:ext>
            </a:extLst>
          </p:cNvPr>
          <p:cNvSpPr txBox="1"/>
          <p:nvPr/>
        </p:nvSpPr>
        <p:spPr>
          <a:xfrm>
            <a:off x="2209800" y="1638300"/>
            <a:ext cx="15082325" cy="56938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Tx/>
              <a:buChar char="-"/>
            </a:pPr>
            <a:r>
              <a:rPr lang="en-US" sz="2800" b="1" dirty="0">
                <a:solidFill>
                  <a:srgbClr val="FF0000"/>
                </a:solidFill>
              </a:rPr>
              <a:t>Innovative Module  </a:t>
            </a:r>
            <a:r>
              <a:rPr lang="en-US" sz="2800" dirty="0"/>
              <a:t>Screenshot</a:t>
            </a:r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  <p:pic>
        <p:nvPicPr>
          <p:cNvPr id="8193" name="Picture 1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971800" y="2781300"/>
            <a:ext cx="12812713" cy="59832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="" xmlns:p14="http://schemas.microsoft.com/office/powerpoint/2010/main" val="120098772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200E71BB-0E75-80C3-F5F6-3544443C09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>
            <a:extLst>
              <a:ext uri="{FF2B5EF4-FFF2-40B4-BE49-F238E27FC236}">
                <a16:creationId xmlns="" xmlns:a16="http://schemas.microsoft.com/office/drawing/2014/main" id="{21086909-F4B7-95EC-8BDB-3330DBB037E8}"/>
              </a:ext>
            </a:extLst>
          </p:cNvPr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>
              <a:extLst>
                <a:ext uri="{FF2B5EF4-FFF2-40B4-BE49-F238E27FC236}">
                  <a16:creationId xmlns="" xmlns:a16="http://schemas.microsoft.com/office/drawing/2014/main" id="{C0132E72-C1D0-E465-ECCE-E67CA7B61A48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9" name="TextBox 9">
              <a:extLst>
                <a:ext uri="{FF2B5EF4-FFF2-40B4-BE49-F238E27FC236}">
                  <a16:creationId xmlns="" xmlns:a16="http://schemas.microsoft.com/office/drawing/2014/main" id="{85C9E12B-BBC7-631E-12FB-228912938C5E}"/>
                </a:ext>
              </a:extLst>
            </p:cNvPr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400" b="1" dirty="0">
                  <a:solidFill>
                    <a:srgbClr val="002060"/>
                  </a:solidFill>
                  <a:latin typeface="Gotham"/>
                  <a:ea typeface="Gotham"/>
                  <a:cs typeface="Gotham"/>
                  <a:sym typeface="Gotham"/>
                </a:rPr>
                <a:t>8(C)</a:t>
              </a:r>
            </a:p>
          </p:txBody>
        </p:sp>
      </p:grpSp>
      <p:grpSp>
        <p:nvGrpSpPr>
          <p:cNvPr id="10" name="Group 10">
            <a:extLst>
              <a:ext uri="{FF2B5EF4-FFF2-40B4-BE49-F238E27FC236}">
                <a16:creationId xmlns="" xmlns:a16="http://schemas.microsoft.com/office/drawing/2014/main" id="{D25E5B22-6A74-7ACD-AC73-C44B0611C557}"/>
              </a:ext>
            </a:extLst>
          </p:cNvPr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>
              <a:extLst>
                <a:ext uri="{FF2B5EF4-FFF2-40B4-BE49-F238E27FC236}">
                  <a16:creationId xmlns="" xmlns:a16="http://schemas.microsoft.com/office/drawing/2014/main" id="{5460267B-28F4-9259-846C-118EA7DC5200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2" name="TextBox 12">
              <a:extLst>
                <a:ext uri="{FF2B5EF4-FFF2-40B4-BE49-F238E27FC236}">
                  <a16:creationId xmlns="" xmlns:a16="http://schemas.microsoft.com/office/drawing/2014/main" id="{C2171652-51A8-814E-87E4-B01CD177E921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3" name="Group 13">
            <a:extLst>
              <a:ext uri="{FF2B5EF4-FFF2-40B4-BE49-F238E27FC236}">
                <a16:creationId xmlns="" xmlns:a16="http://schemas.microsoft.com/office/drawing/2014/main" id="{EEC2C34C-8BFB-5C79-B17F-8D84E09550E4}"/>
              </a:ext>
            </a:extLst>
          </p:cNvPr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>
              <a:extLst>
                <a:ext uri="{FF2B5EF4-FFF2-40B4-BE49-F238E27FC236}">
                  <a16:creationId xmlns="" xmlns:a16="http://schemas.microsoft.com/office/drawing/2014/main" id="{CBE48CB1-E075-148B-6A1D-7EC88730F235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5" name="TextBox 15">
              <a:extLst>
                <a:ext uri="{FF2B5EF4-FFF2-40B4-BE49-F238E27FC236}">
                  <a16:creationId xmlns="" xmlns:a16="http://schemas.microsoft.com/office/drawing/2014/main" id="{4ABFC855-0278-B743-6724-AF55A157B5F9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>
            <a:extLst>
              <a:ext uri="{FF2B5EF4-FFF2-40B4-BE49-F238E27FC236}">
                <a16:creationId xmlns="" xmlns:a16="http://schemas.microsoft.com/office/drawing/2014/main" id="{5CA77CE7-103A-05E5-B94A-94726C6C0576}"/>
              </a:ext>
            </a:extLst>
          </p:cNvPr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>
              <a:extLst>
                <a:ext uri="{FF2B5EF4-FFF2-40B4-BE49-F238E27FC236}">
                  <a16:creationId xmlns="" xmlns:a16="http://schemas.microsoft.com/office/drawing/2014/main" id="{89676A88-77B1-324F-C002-021713BAC2C7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>
              <a:extLst>
                <a:ext uri="{FF2B5EF4-FFF2-40B4-BE49-F238E27FC236}">
                  <a16:creationId xmlns="" xmlns:a16="http://schemas.microsoft.com/office/drawing/2014/main" id="{AFD3FD2E-A86A-B8E1-542B-B77FF3BC729D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9" name="Group 19">
            <a:extLst>
              <a:ext uri="{FF2B5EF4-FFF2-40B4-BE49-F238E27FC236}">
                <a16:creationId xmlns="" xmlns:a16="http://schemas.microsoft.com/office/drawing/2014/main" id="{4F896096-E96E-0451-2D6E-7E09E7CE6B7B}"/>
              </a:ext>
            </a:extLst>
          </p:cNvPr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>
              <a:extLst>
                <a:ext uri="{FF2B5EF4-FFF2-40B4-BE49-F238E27FC236}">
                  <a16:creationId xmlns="" xmlns:a16="http://schemas.microsoft.com/office/drawing/2014/main" id="{5350C235-6179-B901-7E1E-D1416BE45E51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>
              <a:extLst>
                <a:ext uri="{FF2B5EF4-FFF2-40B4-BE49-F238E27FC236}">
                  <a16:creationId xmlns="" xmlns:a16="http://schemas.microsoft.com/office/drawing/2014/main" id="{ACF01CEF-B03E-BF06-98EB-2F98406515CD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>
            <a:extLst>
              <a:ext uri="{FF2B5EF4-FFF2-40B4-BE49-F238E27FC236}">
                <a16:creationId xmlns="" xmlns:a16="http://schemas.microsoft.com/office/drawing/2014/main" id="{C8331D36-D917-F5F2-16C9-B8D9388EA608}"/>
              </a:ext>
            </a:extLst>
          </p:cNvPr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>
              <a:extLst>
                <a:ext uri="{FF2B5EF4-FFF2-40B4-BE49-F238E27FC236}">
                  <a16:creationId xmlns="" xmlns:a16="http://schemas.microsoft.com/office/drawing/2014/main" id="{43132D4C-4846-4B06-8E3D-F2EAFB2A0669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>
              <a:extLst>
                <a:ext uri="{FF2B5EF4-FFF2-40B4-BE49-F238E27FC236}">
                  <a16:creationId xmlns="" xmlns:a16="http://schemas.microsoft.com/office/drawing/2014/main" id="{BBADB69D-ABCD-25A2-7D42-8BCC8452714B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5" name="Group 25">
            <a:extLst>
              <a:ext uri="{FF2B5EF4-FFF2-40B4-BE49-F238E27FC236}">
                <a16:creationId xmlns="" xmlns:a16="http://schemas.microsoft.com/office/drawing/2014/main" id="{03DC5E06-9FFD-4DC5-68EB-723A7205D797}"/>
              </a:ext>
            </a:extLst>
          </p:cNvPr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>
              <a:extLst>
                <a:ext uri="{FF2B5EF4-FFF2-40B4-BE49-F238E27FC236}">
                  <a16:creationId xmlns="" xmlns:a16="http://schemas.microsoft.com/office/drawing/2014/main" id="{2A7AD885-37F6-B5C9-F4B6-5A7C0F57A021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>
              <a:extLst>
                <a:ext uri="{FF2B5EF4-FFF2-40B4-BE49-F238E27FC236}">
                  <a16:creationId xmlns="" xmlns:a16="http://schemas.microsoft.com/office/drawing/2014/main" id="{C11A9D87-303E-5192-3D6F-89EEAB34F5B4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8" name="Group 28">
            <a:extLst>
              <a:ext uri="{FF2B5EF4-FFF2-40B4-BE49-F238E27FC236}">
                <a16:creationId xmlns="" xmlns:a16="http://schemas.microsoft.com/office/drawing/2014/main" id="{63D290F1-1888-410C-1ABE-242971304016}"/>
              </a:ext>
            </a:extLst>
          </p:cNvPr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>
              <a:extLst>
                <a:ext uri="{FF2B5EF4-FFF2-40B4-BE49-F238E27FC236}">
                  <a16:creationId xmlns="" xmlns:a16="http://schemas.microsoft.com/office/drawing/2014/main" id="{27D392CD-7DF4-DC24-E9ED-39DD72C7264E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>
              <a:extLst>
                <a:ext uri="{FF2B5EF4-FFF2-40B4-BE49-F238E27FC236}">
                  <a16:creationId xmlns="" xmlns:a16="http://schemas.microsoft.com/office/drawing/2014/main" id="{2CB457F7-FC10-9D15-C048-644D9F29B294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>
            <a:extLst>
              <a:ext uri="{FF2B5EF4-FFF2-40B4-BE49-F238E27FC236}">
                <a16:creationId xmlns="" xmlns:a16="http://schemas.microsoft.com/office/drawing/2014/main" id="{2A36A317-4543-7664-08B3-647B6C260728}"/>
              </a:ext>
            </a:extLst>
          </p:cNvPr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>
              <a:extLst>
                <a:ext uri="{FF2B5EF4-FFF2-40B4-BE49-F238E27FC236}">
                  <a16:creationId xmlns="" xmlns:a16="http://schemas.microsoft.com/office/drawing/2014/main" id="{E5E25FA6-9D27-6464-D0C9-A730C24321DE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>
              <a:extLst>
                <a:ext uri="{FF2B5EF4-FFF2-40B4-BE49-F238E27FC236}">
                  <a16:creationId xmlns="" xmlns:a16="http://schemas.microsoft.com/office/drawing/2014/main" id="{49C7CE95-6C96-88E1-F867-17700F1CB71A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grpSp>
        <p:nvGrpSpPr>
          <p:cNvPr id="35" name="Group 35">
            <a:extLst>
              <a:ext uri="{FF2B5EF4-FFF2-40B4-BE49-F238E27FC236}">
                <a16:creationId xmlns="" xmlns:a16="http://schemas.microsoft.com/office/drawing/2014/main" id="{EE138101-B706-A486-7BA2-CEC901CF7DAE}"/>
              </a:ext>
            </a:extLst>
          </p:cNvPr>
          <p:cNvGrpSpPr/>
          <p:nvPr/>
        </p:nvGrpSpPr>
        <p:grpSpPr>
          <a:xfrm>
            <a:off x="17170670" y="-178579"/>
            <a:ext cx="10994424" cy="10994424"/>
            <a:chOff x="0" y="0"/>
            <a:chExt cx="812800" cy="812800"/>
          </a:xfrm>
        </p:grpSpPr>
        <p:sp>
          <p:nvSpPr>
            <p:cNvPr id="36" name="Freeform 36">
              <a:extLst>
                <a:ext uri="{FF2B5EF4-FFF2-40B4-BE49-F238E27FC236}">
                  <a16:creationId xmlns="" xmlns:a16="http://schemas.microsoft.com/office/drawing/2014/main" id="{76D5F799-6DD2-A120-4F61-124EB4963B3E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37" name="TextBox 37">
              <a:extLst>
                <a:ext uri="{FF2B5EF4-FFF2-40B4-BE49-F238E27FC236}">
                  <a16:creationId xmlns="" xmlns:a16="http://schemas.microsoft.com/office/drawing/2014/main" id="{D0FB0052-533F-E588-8B83-9FBCE3FA90F1}"/>
                </a:ext>
              </a:extLst>
            </p:cNvPr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3" name="TextBox 42">
            <a:extLst>
              <a:ext uri="{FF2B5EF4-FFF2-40B4-BE49-F238E27FC236}">
                <a16:creationId xmlns="" xmlns:a16="http://schemas.microsoft.com/office/drawing/2014/main" id="{A6916999-02B2-88DB-5EF7-E39447AEF98E}"/>
              </a:ext>
            </a:extLst>
          </p:cNvPr>
          <p:cNvSpPr txBox="1"/>
          <p:nvPr/>
        </p:nvSpPr>
        <p:spPr>
          <a:xfrm>
            <a:off x="152400" y="342900"/>
            <a:ext cx="163068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SCREENSHOTS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="" xmlns:a16="http://schemas.microsoft.com/office/drawing/2014/main" id="{5FBCDA25-D82E-F7AA-5D10-020CF515781C}"/>
              </a:ext>
            </a:extLst>
          </p:cNvPr>
          <p:cNvSpPr txBox="1"/>
          <p:nvPr/>
        </p:nvSpPr>
        <p:spPr>
          <a:xfrm>
            <a:off x="2209800" y="1638300"/>
            <a:ext cx="15082325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  <p:sp>
        <p:nvSpPr>
          <p:cNvPr id="2" name="TextBox 1">
            <a:extLst>
              <a:ext uri="{FF2B5EF4-FFF2-40B4-BE49-F238E27FC236}">
                <a16:creationId xmlns="" xmlns:a16="http://schemas.microsoft.com/office/drawing/2014/main" id="{0721C870-9216-8254-07C0-EB15D2C009F6}"/>
              </a:ext>
            </a:extLst>
          </p:cNvPr>
          <p:cNvSpPr txBox="1"/>
          <p:nvPr/>
        </p:nvSpPr>
        <p:spPr>
          <a:xfrm>
            <a:off x="2209800" y="1638300"/>
            <a:ext cx="15082325" cy="56938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Tx/>
              <a:buChar char="-"/>
            </a:pPr>
            <a:r>
              <a:rPr lang="en-US" sz="2800" b="1" dirty="0">
                <a:solidFill>
                  <a:srgbClr val="FF0000"/>
                </a:solidFill>
              </a:rPr>
              <a:t>Innovative Module  </a:t>
            </a:r>
            <a:r>
              <a:rPr lang="en-US" sz="2800" dirty="0"/>
              <a:t>Screenshot</a:t>
            </a:r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  <p:pic>
        <p:nvPicPr>
          <p:cNvPr id="38" name="Picture 37" descr="WhatsApp Image 2026-05-05 at 11.56.27 AM.jpe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5867400" y="2476500"/>
            <a:ext cx="6458674" cy="7086600"/>
          </a:xfrm>
          <a:prstGeom prst="rect">
            <a:avLst/>
          </a:prstGeom>
        </p:spPr>
      </p:pic>
    </p:spTree>
    <p:extLst>
      <p:ext uri="{BB962C8B-B14F-4D97-AF65-F5344CB8AC3E}">
        <p14:creationId xmlns="" xmlns:p14="http://schemas.microsoft.com/office/powerpoint/2010/main" val="131054964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C4285CA1-8BF7-23BC-FEDB-3B3758C83A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>
            <a:extLst>
              <a:ext uri="{FF2B5EF4-FFF2-40B4-BE49-F238E27FC236}">
                <a16:creationId xmlns="" xmlns:a16="http://schemas.microsoft.com/office/drawing/2014/main" id="{493B32D5-73BB-A124-20A5-740A3914D1B6}"/>
              </a:ext>
            </a:extLst>
          </p:cNvPr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>
              <a:extLst>
                <a:ext uri="{FF2B5EF4-FFF2-40B4-BE49-F238E27FC236}">
                  <a16:creationId xmlns="" xmlns:a16="http://schemas.microsoft.com/office/drawing/2014/main" id="{CD41A0D7-B18D-6FE9-7AC4-04D321730D1C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9" name="TextBox 9">
              <a:extLst>
                <a:ext uri="{FF2B5EF4-FFF2-40B4-BE49-F238E27FC236}">
                  <a16:creationId xmlns="" xmlns:a16="http://schemas.microsoft.com/office/drawing/2014/main" id="{327DAFA3-DDD9-0813-85AE-4790F80C4DB5}"/>
                </a:ext>
              </a:extLst>
            </p:cNvPr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400" b="1" dirty="0">
                  <a:solidFill>
                    <a:srgbClr val="002060"/>
                  </a:solidFill>
                  <a:latin typeface="Gotham"/>
                  <a:ea typeface="Gotham"/>
                  <a:cs typeface="Gotham"/>
                  <a:sym typeface="Gotham"/>
                </a:rPr>
                <a:t>8(C)</a:t>
              </a:r>
            </a:p>
          </p:txBody>
        </p:sp>
      </p:grpSp>
      <p:grpSp>
        <p:nvGrpSpPr>
          <p:cNvPr id="10" name="Group 10">
            <a:extLst>
              <a:ext uri="{FF2B5EF4-FFF2-40B4-BE49-F238E27FC236}">
                <a16:creationId xmlns="" xmlns:a16="http://schemas.microsoft.com/office/drawing/2014/main" id="{544E5760-20AF-41DC-D6EC-11D1916DDD25}"/>
              </a:ext>
            </a:extLst>
          </p:cNvPr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>
              <a:extLst>
                <a:ext uri="{FF2B5EF4-FFF2-40B4-BE49-F238E27FC236}">
                  <a16:creationId xmlns="" xmlns:a16="http://schemas.microsoft.com/office/drawing/2014/main" id="{EB4C1703-012F-988E-9875-F8F475AE2950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2" name="TextBox 12">
              <a:extLst>
                <a:ext uri="{FF2B5EF4-FFF2-40B4-BE49-F238E27FC236}">
                  <a16:creationId xmlns="" xmlns:a16="http://schemas.microsoft.com/office/drawing/2014/main" id="{46CD3D24-786A-82A3-B627-A862D0931639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3" name="Group 13">
            <a:extLst>
              <a:ext uri="{FF2B5EF4-FFF2-40B4-BE49-F238E27FC236}">
                <a16:creationId xmlns="" xmlns:a16="http://schemas.microsoft.com/office/drawing/2014/main" id="{D51AEFAE-A74D-836C-4F16-3B61F2691942}"/>
              </a:ext>
            </a:extLst>
          </p:cNvPr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>
              <a:extLst>
                <a:ext uri="{FF2B5EF4-FFF2-40B4-BE49-F238E27FC236}">
                  <a16:creationId xmlns="" xmlns:a16="http://schemas.microsoft.com/office/drawing/2014/main" id="{9EEDA3DB-8846-7B1E-DE2D-EBEEA93D3EE3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5" name="TextBox 15">
              <a:extLst>
                <a:ext uri="{FF2B5EF4-FFF2-40B4-BE49-F238E27FC236}">
                  <a16:creationId xmlns="" xmlns:a16="http://schemas.microsoft.com/office/drawing/2014/main" id="{8CFA9E38-A5CF-4CF8-100D-30520EC9C450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>
            <a:extLst>
              <a:ext uri="{FF2B5EF4-FFF2-40B4-BE49-F238E27FC236}">
                <a16:creationId xmlns="" xmlns:a16="http://schemas.microsoft.com/office/drawing/2014/main" id="{6077862F-C38E-544A-9B04-BEF689A4A781}"/>
              </a:ext>
            </a:extLst>
          </p:cNvPr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>
              <a:extLst>
                <a:ext uri="{FF2B5EF4-FFF2-40B4-BE49-F238E27FC236}">
                  <a16:creationId xmlns="" xmlns:a16="http://schemas.microsoft.com/office/drawing/2014/main" id="{48072909-42F2-38F2-34F2-AA29B794FB00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>
              <a:extLst>
                <a:ext uri="{FF2B5EF4-FFF2-40B4-BE49-F238E27FC236}">
                  <a16:creationId xmlns="" xmlns:a16="http://schemas.microsoft.com/office/drawing/2014/main" id="{A2A79A34-A19D-3674-CE80-007FEEA604AE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9" name="Group 19">
            <a:extLst>
              <a:ext uri="{FF2B5EF4-FFF2-40B4-BE49-F238E27FC236}">
                <a16:creationId xmlns="" xmlns:a16="http://schemas.microsoft.com/office/drawing/2014/main" id="{14B4553F-3341-C4FA-E6E3-C33E7F78185C}"/>
              </a:ext>
            </a:extLst>
          </p:cNvPr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>
              <a:extLst>
                <a:ext uri="{FF2B5EF4-FFF2-40B4-BE49-F238E27FC236}">
                  <a16:creationId xmlns="" xmlns:a16="http://schemas.microsoft.com/office/drawing/2014/main" id="{B02E2391-34CE-9A6B-ED0D-3534BC454F3B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>
              <a:extLst>
                <a:ext uri="{FF2B5EF4-FFF2-40B4-BE49-F238E27FC236}">
                  <a16:creationId xmlns="" xmlns:a16="http://schemas.microsoft.com/office/drawing/2014/main" id="{4724CA95-9F90-E9EB-EFBE-5CF115E7F5AC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>
            <a:extLst>
              <a:ext uri="{FF2B5EF4-FFF2-40B4-BE49-F238E27FC236}">
                <a16:creationId xmlns="" xmlns:a16="http://schemas.microsoft.com/office/drawing/2014/main" id="{1580E760-4AF1-1F73-8566-D3E807145812}"/>
              </a:ext>
            </a:extLst>
          </p:cNvPr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>
              <a:extLst>
                <a:ext uri="{FF2B5EF4-FFF2-40B4-BE49-F238E27FC236}">
                  <a16:creationId xmlns="" xmlns:a16="http://schemas.microsoft.com/office/drawing/2014/main" id="{F839FC85-2A45-C684-EBC8-C40FCC781E54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>
              <a:extLst>
                <a:ext uri="{FF2B5EF4-FFF2-40B4-BE49-F238E27FC236}">
                  <a16:creationId xmlns="" xmlns:a16="http://schemas.microsoft.com/office/drawing/2014/main" id="{59C3FDC9-A693-ADCD-1C65-C2C1E19913A2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5" name="Group 25">
            <a:extLst>
              <a:ext uri="{FF2B5EF4-FFF2-40B4-BE49-F238E27FC236}">
                <a16:creationId xmlns="" xmlns:a16="http://schemas.microsoft.com/office/drawing/2014/main" id="{09ADAC23-4FAD-E780-1532-B3B06AE87641}"/>
              </a:ext>
            </a:extLst>
          </p:cNvPr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>
              <a:extLst>
                <a:ext uri="{FF2B5EF4-FFF2-40B4-BE49-F238E27FC236}">
                  <a16:creationId xmlns="" xmlns:a16="http://schemas.microsoft.com/office/drawing/2014/main" id="{EBC68A73-E0CC-FADA-2A36-DB8EFADB2353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>
              <a:extLst>
                <a:ext uri="{FF2B5EF4-FFF2-40B4-BE49-F238E27FC236}">
                  <a16:creationId xmlns="" xmlns:a16="http://schemas.microsoft.com/office/drawing/2014/main" id="{C1F031A1-C294-5C3D-BF40-596FFD17A76C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8" name="Group 28">
            <a:extLst>
              <a:ext uri="{FF2B5EF4-FFF2-40B4-BE49-F238E27FC236}">
                <a16:creationId xmlns="" xmlns:a16="http://schemas.microsoft.com/office/drawing/2014/main" id="{78B31E00-8F0A-3760-674E-5A807923575B}"/>
              </a:ext>
            </a:extLst>
          </p:cNvPr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>
              <a:extLst>
                <a:ext uri="{FF2B5EF4-FFF2-40B4-BE49-F238E27FC236}">
                  <a16:creationId xmlns="" xmlns:a16="http://schemas.microsoft.com/office/drawing/2014/main" id="{1E2A9BB7-C100-B424-4D1F-736B6D40E6B4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>
              <a:extLst>
                <a:ext uri="{FF2B5EF4-FFF2-40B4-BE49-F238E27FC236}">
                  <a16:creationId xmlns="" xmlns:a16="http://schemas.microsoft.com/office/drawing/2014/main" id="{A97877A7-2007-DCB6-0C37-57862966D89A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>
            <a:extLst>
              <a:ext uri="{FF2B5EF4-FFF2-40B4-BE49-F238E27FC236}">
                <a16:creationId xmlns="" xmlns:a16="http://schemas.microsoft.com/office/drawing/2014/main" id="{12C50D7E-6C04-D3A7-E360-49FD4F2AC76C}"/>
              </a:ext>
            </a:extLst>
          </p:cNvPr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>
              <a:extLst>
                <a:ext uri="{FF2B5EF4-FFF2-40B4-BE49-F238E27FC236}">
                  <a16:creationId xmlns="" xmlns:a16="http://schemas.microsoft.com/office/drawing/2014/main" id="{DD4AD900-6207-27BA-AF7D-2535394B36BB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>
              <a:extLst>
                <a:ext uri="{FF2B5EF4-FFF2-40B4-BE49-F238E27FC236}">
                  <a16:creationId xmlns="" xmlns:a16="http://schemas.microsoft.com/office/drawing/2014/main" id="{B3C1A2DE-ECE4-44B5-A2C9-367221289D1A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grpSp>
        <p:nvGrpSpPr>
          <p:cNvPr id="35" name="Group 35">
            <a:extLst>
              <a:ext uri="{FF2B5EF4-FFF2-40B4-BE49-F238E27FC236}">
                <a16:creationId xmlns="" xmlns:a16="http://schemas.microsoft.com/office/drawing/2014/main" id="{9649FA59-06FC-654B-F136-D7DB297ED274}"/>
              </a:ext>
            </a:extLst>
          </p:cNvPr>
          <p:cNvGrpSpPr/>
          <p:nvPr/>
        </p:nvGrpSpPr>
        <p:grpSpPr>
          <a:xfrm>
            <a:off x="17170670" y="-178579"/>
            <a:ext cx="10994424" cy="10994424"/>
            <a:chOff x="0" y="0"/>
            <a:chExt cx="812800" cy="812800"/>
          </a:xfrm>
        </p:grpSpPr>
        <p:sp>
          <p:nvSpPr>
            <p:cNvPr id="36" name="Freeform 36">
              <a:extLst>
                <a:ext uri="{FF2B5EF4-FFF2-40B4-BE49-F238E27FC236}">
                  <a16:creationId xmlns="" xmlns:a16="http://schemas.microsoft.com/office/drawing/2014/main" id="{3BDF2708-EA2E-C182-EA12-0293BB1FEDE5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37" name="TextBox 37">
              <a:extLst>
                <a:ext uri="{FF2B5EF4-FFF2-40B4-BE49-F238E27FC236}">
                  <a16:creationId xmlns="" xmlns:a16="http://schemas.microsoft.com/office/drawing/2014/main" id="{12A7F003-0910-2E05-6E70-F6AEE99819A1}"/>
                </a:ext>
              </a:extLst>
            </p:cNvPr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3" name="TextBox 42">
            <a:extLst>
              <a:ext uri="{FF2B5EF4-FFF2-40B4-BE49-F238E27FC236}">
                <a16:creationId xmlns="" xmlns:a16="http://schemas.microsoft.com/office/drawing/2014/main" id="{F347C244-B518-D9F7-8401-6A755A41D238}"/>
              </a:ext>
            </a:extLst>
          </p:cNvPr>
          <p:cNvSpPr txBox="1"/>
          <p:nvPr/>
        </p:nvSpPr>
        <p:spPr>
          <a:xfrm>
            <a:off x="152400" y="342900"/>
            <a:ext cx="163068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SCREENSHOTS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="" xmlns:a16="http://schemas.microsoft.com/office/drawing/2014/main" id="{8B29F6B1-8A14-A2F7-4652-24B851251D5D}"/>
              </a:ext>
            </a:extLst>
          </p:cNvPr>
          <p:cNvSpPr txBox="1"/>
          <p:nvPr/>
        </p:nvSpPr>
        <p:spPr>
          <a:xfrm>
            <a:off x="2209800" y="1638300"/>
            <a:ext cx="15082325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  <p:sp>
        <p:nvSpPr>
          <p:cNvPr id="2" name="TextBox 1">
            <a:extLst>
              <a:ext uri="{FF2B5EF4-FFF2-40B4-BE49-F238E27FC236}">
                <a16:creationId xmlns="" xmlns:a16="http://schemas.microsoft.com/office/drawing/2014/main" id="{AE619409-89D5-D46B-F182-B35A28E7414F}"/>
              </a:ext>
            </a:extLst>
          </p:cNvPr>
          <p:cNvSpPr txBox="1"/>
          <p:nvPr/>
        </p:nvSpPr>
        <p:spPr>
          <a:xfrm>
            <a:off x="2209800" y="1638300"/>
            <a:ext cx="15082325" cy="56938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Tx/>
              <a:buChar char="-"/>
            </a:pPr>
            <a:r>
              <a:rPr lang="en-US" sz="2800" b="1" dirty="0">
                <a:solidFill>
                  <a:srgbClr val="FF0000"/>
                </a:solidFill>
              </a:rPr>
              <a:t>Innovative Module  </a:t>
            </a:r>
            <a:r>
              <a:rPr lang="en-US" sz="2800" dirty="0"/>
              <a:t>Screenshot</a:t>
            </a:r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  <p:pic>
        <p:nvPicPr>
          <p:cNvPr id="38" name="Picture 37" descr="Screenshot 2026-05-05 115850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4876800" y="2705100"/>
            <a:ext cx="8877265" cy="6805903"/>
          </a:xfrm>
          <a:prstGeom prst="rect">
            <a:avLst/>
          </a:prstGeom>
        </p:spPr>
      </p:pic>
    </p:spTree>
    <p:extLst>
      <p:ext uri="{BB962C8B-B14F-4D97-AF65-F5344CB8AC3E}">
        <p14:creationId xmlns="" xmlns:p14="http://schemas.microsoft.com/office/powerpoint/2010/main" val="251561937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3C611C6A-6AEB-FC13-C217-25C7851B4D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>
            <a:extLst>
              <a:ext uri="{FF2B5EF4-FFF2-40B4-BE49-F238E27FC236}">
                <a16:creationId xmlns="" xmlns:a16="http://schemas.microsoft.com/office/drawing/2014/main" id="{5C03F7D0-6B35-F93A-183A-EDB35D51D37D}"/>
              </a:ext>
            </a:extLst>
          </p:cNvPr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>
              <a:extLst>
                <a:ext uri="{FF2B5EF4-FFF2-40B4-BE49-F238E27FC236}">
                  <a16:creationId xmlns="" xmlns:a16="http://schemas.microsoft.com/office/drawing/2014/main" id="{B8B4139C-179C-B7C1-EE84-2B452C42ABE9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9" name="TextBox 9">
              <a:extLst>
                <a:ext uri="{FF2B5EF4-FFF2-40B4-BE49-F238E27FC236}">
                  <a16:creationId xmlns="" xmlns:a16="http://schemas.microsoft.com/office/drawing/2014/main" id="{A9C7D30B-336C-BB60-B7FF-2163E924251F}"/>
                </a:ext>
              </a:extLst>
            </p:cNvPr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400" b="1" dirty="0">
                  <a:solidFill>
                    <a:srgbClr val="002060"/>
                  </a:solidFill>
                  <a:latin typeface="Gotham"/>
                  <a:ea typeface="Gotham"/>
                  <a:cs typeface="Gotham"/>
                  <a:sym typeface="Gotham"/>
                </a:rPr>
                <a:t>8(C)</a:t>
              </a:r>
            </a:p>
          </p:txBody>
        </p:sp>
      </p:grpSp>
      <p:grpSp>
        <p:nvGrpSpPr>
          <p:cNvPr id="10" name="Group 10">
            <a:extLst>
              <a:ext uri="{FF2B5EF4-FFF2-40B4-BE49-F238E27FC236}">
                <a16:creationId xmlns="" xmlns:a16="http://schemas.microsoft.com/office/drawing/2014/main" id="{BA235A78-FA49-E683-E4EE-E47040BB6FEA}"/>
              </a:ext>
            </a:extLst>
          </p:cNvPr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>
              <a:extLst>
                <a:ext uri="{FF2B5EF4-FFF2-40B4-BE49-F238E27FC236}">
                  <a16:creationId xmlns="" xmlns:a16="http://schemas.microsoft.com/office/drawing/2014/main" id="{967CBAAB-93B0-6ECB-A6E2-4D252BA5608F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2" name="TextBox 12">
              <a:extLst>
                <a:ext uri="{FF2B5EF4-FFF2-40B4-BE49-F238E27FC236}">
                  <a16:creationId xmlns="" xmlns:a16="http://schemas.microsoft.com/office/drawing/2014/main" id="{2E4BADB5-5F49-E6E8-3B90-C76ECEA7538D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3" name="Group 13">
            <a:extLst>
              <a:ext uri="{FF2B5EF4-FFF2-40B4-BE49-F238E27FC236}">
                <a16:creationId xmlns="" xmlns:a16="http://schemas.microsoft.com/office/drawing/2014/main" id="{CC037378-8AF5-753B-BF7C-5893A92D6429}"/>
              </a:ext>
            </a:extLst>
          </p:cNvPr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>
              <a:extLst>
                <a:ext uri="{FF2B5EF4-FFF2-40B4-BE49-F238E27FC236}">
                  <a16:creationId xmlns="" xmlns:a16="http://schemas.microsoft.com/office/drawing/2014/main" id="{889C91AB-171C-F932-EEB5-AF5714FE55B8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5" name="TextBox 15">
              <a:extLst>
                <a:ext uri="{FF2B5EF4-FFF2-40B4-BE49-F238E27FC236}">
                  <a16:creationId xmlns="" xmlns:a16="http://schemas.microsoft.com/office/drawing/2014/main" id="{6FDB2883-4088-B8F2-483A-50CA586EF1D8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>
            <a:extLst>
              <a:ext uri="{FF2B5EF4-FFF2-40B4-BE49-F238E27FC236}">
                <a16:creationId xmlns="" xmlns:a16="http://schemas.microsoft.com/office/drawing/2014/main" id="{A39042B6-658D-6076-0ABC-52638004A518}"/>
              </a:ext>
            </a:extLst>
          </p:cNvPr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>
              <a:extLst>
                <a:ext uri="{FF2B5EF4-FFF2-40B4-BE49-F238E27FC236}">
                  <a16:creationId xmlns="" xmlns:a16="http://schemas.microsoft.com/office/drawing/2014/main" id="{E969D864-5287-1E68-45D2-70F516346733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>
              <a:extLst>
                <a:ext uri="{FF2B5EF4-FFF2-40B4-BE49-F238E27FC236}">
                  <a16:creationId xmlns="" xmlns:a16="http://schemas.microsoft.com/office/drawing/2014/main" id="{393FF04A-6E1B-C84F-C253-1B68255059F8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9" name="Group 19">
            <a:extLst>
              <a:ext uri="{FF2B5EF4-FFF2-40B4-BE49-F238E27FC236}">
                <a16:creationId xmlns="" xmlns:a16="http://schemas.microsoft.com/office/drawing/2014/main" id="{4B439157-C1D6-F0E9-C2B1-0FCD53B5FB04}"/>
              </a:ext>
            </a:extLst>
          </p:cNvPr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>
              <a:extLst>
                <a:ext uri="{FF2B5EF4-FFF2-40B4-BE49-F238E27FC236}">
                  <a16:creationId xmlns="" xmlns:a16="http://schemas.microsoft.com/office/drawing/2014/main" id="{A83F8C03-4B58-393D-E698-83658C49EB56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>
              <a:extLst>
                <a:ext uri="{FF2B5EF4-FFF2-40B4-BE49-F238E27FC236}">
                  <a16:creationId xmlns="" xmlns:a16="http://schemas.microsoft.com/office/drawing/2014/main" id="{945B58FD-924B-A19B-5F5F-367FFB055F41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>
            <a:extLst>
              <a:ext uri="{FF2B5EF4-FFF2-40B4-BE49-F238E27FC236}">
                <a16:creationId xmlns="" xmlns:a16="http://schemas.microsoft.com/office/drawing/2014/main" id="{8E87C4CF-C2B5-74D0-9B6B-028BF65C72A7}"/>
              </a:ext>
            </a:extLst>
          </p:cNvPr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>
              <a:extLst>
                <a:ext uri="{FF2B5EF4-FFF2-40B4-BE49-F238E27FC236}">
                  <a16:creationId xmlns="" xmlns:a16="http://schemas.microsoft.com/office/drawing/2014/main" id="{ADD2D17E-DEBE-92CB-5B71-E2DDA70E364F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>
              <a:extLst>
                <a:ext uri="{FF2B5EF4-FFF2-40B4-BE49-F238E27FC236}">
                  <a16:creationId xmlns="" xmlns:a16="http://schemas.microsoft.com/office/drawing/2014/main" id="{E92FC73A-A96C-95C2-7298-2C49518B6909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5" name="Group 25">
            <a:extLst>
              <a:ext uri="{FF2B5EF4-FFF2-40B4-BE49-F238E27FC236}">
                <a16:creationId xmlns="" xmlns:a16="http://schemas.microsoft.com/office/drawing/2014/main" id="{024CC331-306A-768C-93AC-A313C9317CED}"/>
              </a:ext>
            </a:extLst>
          </p:cNvPr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>
              <a:extLst>
                <a:ext uri="{FF2B5EF4-FFF2-40B4-BE49-F238E27FC236}">
                  <a16:creationId xmlns="" xmlns:a16="http://schemas.microsoft.com/office/drawing/2014/main" id="{0D577CDD-9E23-13CA-85B4-B0D2C0C02DF0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>
              <a:extLst>
                <a:ext uri="{FF2B5EF4-FFF2-40B4-BE49-F238E27FC236}">
                  <a16:creationId xmlns="" xmlns:a16="http://schemas.microsoft.com/office/drawing/2014/main" id="{5B6B9649-8E79-D94C-CEDF-D5F25E13A4EF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8" name="Group 28">
            <a:extLst>
              <a:ext uri="{FF2B5EF4-FFF2-40B4-BE49-F238E27FC236}">
                <a16:creationId xmlns="" xmlns:a16="http://schemas.microsoft.com/office/drawing/2014/main" id="{BF7C0F74-5D70-2CEF-7FDF-5A875EF6F73F}"/>
              </a:ext>
            </a:extLst>
          </p:cNvPr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>
              <a:extLst>
                <a:ext uri="{FF2B5EF4-FFF2-40B4-BE49-F238E27FC236}">
                  <a16:creationId xmlns="" xmlns:a16="http://schemas.microsoft.com/office/drawing/2014/main" id="{B2CFF120-0157-2C28-413E-2F7E969F595F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>
              <a:extLst>
                <a:ext uri="{FF2B5EF4-FFF2-40B4-BE49-F238E27FC236}">
                  <a16:creationId xmlns="" xmlns:a16="http://schemas.microsoft.com/office/drawing/2014/main" id="{D4DEFE71-6E10-E82B-4754-784DD12CF7EF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>
            <a:extLst>
              <a:ext uri="{FF2B5EF4-FFF2-40B4-BE49-F238E27FC236}">
                <a16:creationId xmlns="" xmlns:a16="http://schemas.microsoft.com/office/drawing/2014/main" id="{E31EF5AB-AD02-6EE2-41A0-BAA432131865}"/>
              </a:ext>
            </a:extLst>
          </p:cNvPr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>
              <a:extLst>
                <a:ext uri="{FF2B5EF4-FFF2-40B4-BE49-F238E27FC236}">
                  <a16:creationId xmlns="" xmlns:a16="http://schemas.microsoft.com/office/drawing/2014/main" id="{AC500EAF-9D16-8FC4-968B-B9A12D2FA44C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>
              <a:extLst>
                <a:ext uri="{FF2B5EF4-FFF2-40B4-BE49-F238E27FC236}">
                  <a16:creationId xmlns="" xmlns:a16="http://schemas.microsoft.com/office/drawing/2014/main" id="{F106F780-C650-A572-A5BD-937BF28AFF9A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grpSp>
        <p:nvGrpSpPr>
          <p:cNvPr id="35" name="Group 35">
            <a:extLst>
              <a:ext uri="{FF2B5EF4-FFF2-40B4-BE49-F238E27FC236}">
                <a16:creationId xmlns="" xmlns:a16="http://schemas.microsoft.com/office/drawing/2014/main" id="{AFDE143A-5B08-20DD-3421-3B12043A3823}"/>
              </a:ext>
            </a:extLst>
          </p:cNvPr>
          <p:cNvGrpSpPr/>
          <p:nvPr/>
        </p:nvGrpSpPr>
        <p:grpSpPr>
          <a:xfrm>
            <a:off x="17170670" y="-178579"/>
            <a:ext cx="10994424" cy="10994424"/>
            <a:chOff x="0" y="0"/>
            <a:chExt cx="812800" cy="812800"/>
          </a:xfrm>
        </p:grpSpPr>
        <p:sp>
          <p:nvSpPr>
            <p:cNvPr id="36" name="Freeform 36">
              <a:extLst>
                <a:ext uri="{FF2B5EF4-FFF2-40B4-BE49-F238E27FC236}">
                  <a16:creationId xmlns="" xmlns:a16="http://schemas.microsoft.com/office/drawing/2014/main" id="{4DC7F352-3EA0-0208-1B14-964879F5E153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37" name="TextBox 37">
              <a:extLst>
                <a:ext uri="{FF2B5EF4-FFF2-40B4-BE49-F238E27FC236}">
                  <a16:creationId xmlns="" xmlns:a16="http://schemas.microsoft.com/office/drawing/2014/main" id="{93BAD684-A59F-389A-386B-B90C4A4B7485}"/>
                </a:ext>
              </a:extLst>
            </p:cNvPr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3" name="TextBox 42">
            <a:extLst>
              <a:ext uri="{FF2B5EF4-FFF2-40B4-BE49-F238E27FC236}">
                <a16:creationId xmlns="" xmlns:a16="http://schemas.microsoft.com/office/drawing/2014/main" id="{3D49517D-310F-A4E3-8B0C-E0C591B6327C}"/>
              </a:ext>
            </a:extLst>
          </p:cNvPr>
          <p:cNvSpPr txBox="1"/>
          <p:nvPr/>
        </p:nvSpPr>
        <p:spPr>
          <a:xfrm>
            <a:off x="152400" y="342900"/>
            <a:ext cx="163068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SCREENSHOTS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="" xmlns:a16="http://schemas.microsoft.com/office/drawing/2014/main" id="{CD97E8B9-356F-1477-0B32-0B4C04ABE415}"/>
              </a:ext>
            </a:extLst>
          </p:cNvPr>
          <p:cNvSpPr txBox="1"/>
          <p:nvPr/>
        </p:nvSpPr>
        <p:spPr>
          <a:xfrm>
            <a:off x="2209800" y="1638300"/>
            <a:ext cx="15082325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  <p:sp>
        <p:nvSpPr>
          <p:cNvPr id="2" name="TextBox 1">
            <a:extLst>
              <a:ext uri="{FF2B5EF4-FFF2-40B4-BE49-F238E27FC236}">
                <a16:creationId xmlns="" xmlns:a16="http://schemas.microsoft.com/office/drawing/2014/main" id="{0BBCA320-6F94-B729-8D78-120769EB8009}"/>
              </a:ext>
            </a:extLst>
          </p:cNvPr>
          <p:cNvSpPr txBox="1"/>
          <p:nvPr/>
        </p:nvSpPr>
        <p:spPr>
          <a:xfrm>
            <a:off x="2186390" y="2237698"/>
            <a:ext cx="15082325" cy="108029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Tx/>
              <a:buChar char="-"/>
            </a:pPr>
            <a:r>
              <a:rPr lang="en-US" sz="3000" b="1" dirty="0">
                <a:solidFill>
                  <a:srgbClr val="FF0000"/>
                </a:solidFill>
              </a:rPr>
              <a:t>Innovative Module  </a:t>
            </a:r>
            <a:r>
              <a:rPr lang="en-US" sz="3000" dirty="0"/>
              <a:t>Explanation</a:t>
            </a:r>
          </a:p>
          <a:p>
            <a:pPr marL="457200" indent="-457200">
              <a:buFontTx/>
              <a:buChar char="-"/>
            </a:pPr>
            <a:endParaRPr lang="en-US" sz="3000" dirty="0"/>
          </a:p>
          <a:p>
            <a:pPr marL="457200" indent="-457200">
              <a:buFontTx/>
              <a:buChar char="-"/>
            </a:pPr>
            <a:endParaRPr lang="en-US" sz="3000" dirty="0"/>
          </a:p>
          <a:p>
            <a:pPr marL="457200" indent="-457200">
              <a:buFontTx/>
              <a:buChar char="-"/>
            </a:pPr>
            <a:endParaRPr lang="en-US" sz="30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000" dirty="0"/>
              <a:t>The system incorporates several advanced features to enhance security and user experience.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000" dirty="0"/>
              <a:t>An OTP (One-Time Password) verification mechanism is implemented to ensure that only genuine users can register for events, reducing the chances of fake registrations.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000" dirty="0"/>
              <a:t>The OTP is securely sent to the user’s email, adding an extra layer of authentication.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000" dirty="0"/>
              <a:t>Additionally, location-based functionality is integrated to provide users with event venue details and improve accessibility.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000" dirty="0"/>
              <a:t> Together, these features make the system more secure, reliable, and user-friendly while offering a smarter event management experience.</a:t>
            </a:r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</p:spTree>
    <p:extLst>
      <p:ext uri="{BB962C8B-B14F-4D97-AF65-F5344CB8AC3E}">
        <p14:creationId xmlns="" xmlns:p14="http://schemas.microsoft.com/office/powerpoint/2010/main" val="301887516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A5F4F2BA-FD67-88B5-D00A-FB42DF0E42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>
            <a:extLst>
              <a:ext uri="{FF2B5EF4-FFF2-40B4-BE49-F238E27FC236}">
                <a16:creationId xmlns="" xmlns:a16="http://schemas.microsoft.com/office/drawing/2014/main" id="{EE523E47-FF12-EB4F-CE4E-15E2BD90E350}"/>
              </a:ext>
            </a:extLst>
          </p:cNvPr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>
              <a:extLst>
                <a:ext uri="{FF2B5EF4-FFF2-40B4-BE49-F238E27FC236}">
                  <a16:creationId xmlns="" xmlns:a16="http://schemas.microsoft.com/office/drawing/2014/main" id="{70BF7AEA-D128-304C-183A-EB3077D12DCC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9" name="TextBox 9">
              <a:extLst>
                <a:ext uri="{FF2B5EF4-FFF2-40B4-BE49-F238E27FC236}">
                  <a16:creationId xmlns="" xmlns:a16="http://schemas.microsoft.com/office/drawing/2014/main" id="{5E5B44C9-58D3-B109-89D1-E8FFD2315F0E}"/>
                </a:ext>
              </a:extLst>
            </p:cNvPr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400" b="1" dirty="0">
                  <a:solidFill>
                    <a:srgbClr val="002060"/>
                  </a:solidFill>
                  <a:latin typeface="Gotham"/>
                  <a:ea typeface="Gotham"/>
                  <a:cs typeface="Gotham"/>
                  <a:sym typeface="Gotham"/>
                </a:rPr>
                <a:t>8(C)</a:t>
              </a:r>
            </a:p>
          </p:txBody>
        </p:sp>
      </p:grpSp>
      <p:grpSp>
        <p:nvGrpSpPr>
          <p:cNvPr id="10" name="Group 10">
            <a:extLst>
              <a:ext uri="{FF2B5EF4-FFF2-40B4-BE49-F238E27FC236}">
                <a16:creationId xmlns="" xmlns:a16="http://schemas.microsoft.com/office/drawing/2014/main" id="{74E56993-8907-140B-5665-32E2F0E72519}"/>
              </a:ext>
            </a:extLst>
          </p:cNvPr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>
              <a:extLst>
                <a:ext uri="{FF2B5EF4-FFF2-40B4-BE49-F238E27FC236}">
                  <a16:creationId xmlns="" xmlns:a16="http://schemas.microsoft.com/office/drawing/2014/main" id="{A11C3DB8-7383-8D70-BB09-1A750F2C0F80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2" name="TextBox 12">
              <a:extLst>
                <a:ext uri="{FF2B5EF4-FFF2-40B4-BE49-F238E27FC236}">
                  <a16:creationId xmlns="" xmlns:a16="http://schemas.microsoft.com/office/drawing/2014/main" id="{C6851A8C-42BC-3992-679E-AF3EB93D8C88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3" name="Group 13">
            <a:extLst>
              <a:ext uri="{FF2B5EF4-FFF2-40B4-BE49-F238E27FC236}">
                <a16:creationId xmlns="" xmlns:a16="http://schemas.microsoft.com/office/drawing/2014/main" id="{7FC4CA35-A97E-BE99-FA00-97839403BA62}"/>
              </a:ext>
            </a:extLst>
          </p:cNvPr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>
              <a:extLst>
                <a:ext uri="{FF2B5EF4-FFF2-40B4-BE49-F238E27FC236}">
                  <a16:creationId xmlns="" xmlns:a16="http://schemas.microsoft.com/office/drawing/2014/main" id="{06C0D29F-FB0D-BB96-D4AE-A8C22A8CB3EB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5" name="TextBox 15">
              <a:extLst>
                <a:ext uri="{FF2B5EF4-FFF2-40B4-BE49-F238E27FC236}">
                  <a16:creationId xmlns="" xmlns:a16="http://schemas.microsoft.com/office/drawing/2014/main" id="{DFDBF821-9269-FB5A-0458-881A0E029C57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>
            <a:extLst>
              <a:ext uri="{FF2B5EF4-FFF2-40B4-BE49-F238E27FC236}">
                <a16:creationId xmlns="" xmlns:a16="http://schemas.microsoft.com/office/drawing/2014/main" id="{14DA79A4-C081-806C-6C3A-C91A9D054D41}"/>
              </a:ext>
            </a:extLst>
          </p:cNvPr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>
              <a:extLst>
                <a:ext uri="{FF2B5EF4-FFF2-40B4-BE49-F238E27FC236}">
                  <a16:creationId xmlns="" xmlns:a16="http://schemas.microsoft.com/office/drawing/2014/main" id="{C5FDCDD9-077E-974D-5AC5-094EB0F0F9A8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>
              <a:extLst>
                <a:ext uri="{FF2B5EF4-FFF2-40B4-BE49-F238E27FC236}">
                  <a16:creationId xmlns="" xmlns:a16="http://schemas.microsoft.com/office/drawing/2014/main" id="{0BD027CC-442F-A18F-1E78-2F68E60EBF6B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9" name="Group 19">
            <a:extLst>
              <a:ext uri="{FF2B5EF4-FFF2-40B4-BE49-F238E27FC236}">
                <a16:creationId xmlns="" xmlns:a16="http://schemas.microsoft.com/office/drawing/2014/main" id="{D8743EF0-28DB-F432-0FD1-1CA6C5202E92}"/>
              </a:ext>
            </a:extLst>
          </p:cNvPr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>
              <a:extLst>
                <a:ext uri="{FF2B5EF4-FFF2-40B4-BE49-F238E27FC236}">
                  <a16:creationId xmlns="" xmlns:a16="http://schemas.microsoft.com/office/drawing/2014/main" id="{836A8DF1-B551-FE2A-F144-BEB434B06EC5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>
              <a:extLst>
                <a:ext uri="{FF2B5EF4-FFF2-40B4-BE49-F238E27FC236}">
                  <a16:creationId xmlns="" xmlns:a16="http://schemas.microsoft.com/office/drawing/2014/main" id="{561A89A0-58F9-057C-6EDE-74C4F5446FF5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>
            <a:extLst>
              <a:ext uri="{FF2B5EF4-FFF2-40B4-BE49-F238E27FC236}">
                <a16:creationId xmlns="" xmlns:a16="http://schemas.microsoft.com/office/drawing/2014/main" id="{AF53D3D6-9FBD-55E1-7943-DBF89C0B7FD9}"/>
              </a:ext>
            </a:extLst>
          </p:cNvPr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>
              <a:extLst>
                <a:ext uri="{FF2B5EF4-FFF2-40B4-BE49-F238E27FC236}">
                  <a16:creationId xmlns="" xmlns:a16="http://schemas.microsoft.com/office/drawing/2014/main" id="{7FF8775B-97DF-7420-5EFD-8EB72B3097B3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>
              <a:extLst>
                <a:ext uri="{FF2B5EF4-FFF2-40B4-BE49-F238E27FC236}">
                  <a16:creationId xmlns="" xmlns:a16="http://schemas.microsoft.com/office/drawing/2014/main" id="{6E0800F5-9605-6E15-B0D5-CC1C1DEF93A5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5" name="Group 25">
            <a:extLst>
              <a:ext uri="{FF2B5EF4-FFF2-40B4-BE49-F238E27FC236}">
                <a16:creationId xmlns="" xmlns:a16="http://schemas.microsoft.com/office/drawing/2014/main" id="{56835700-6327-3DF6-F246-625A9BB811E4}"/>
              </a:ext>
            </a:extLst>
          </p:cNvPr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>
              <a:extLst>
                <a:ext uri="{FF2B5EF4-FFF2-40B4-BE49-F238E27FC236}">
                  <a16:creationId xmlns="" xmlns:a16="http://schemas.microsoft.com/office/drawing/2014/main" id="{C045791B-6506-76B9-2340-8EB2633D3562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>
              <a:extLst>
                <a:ext uri="{FF2B5EF4-FFF2-40B4-BE49-F238E27FC236}">
                  <a16:creationId xmlns="" xmlns:a16="http://schemas.microsoft.com/office/drawing/2014/main" id="{88D1A950-C54D-5AC4-4D6C-4E7E3BDFD211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8" name="Group 28">
            <a:extLst>
              <a:ext uri="{FF2B5EF4-FFF2-40B4-BE49-F238E27FC236}">
                <a16:creationId xmlns="" xmlns:a16="http://schemas.microsoft.com/office/drawing/2014/main" id="{976B9CD8-6827-A492-006D-876430D4A63E}"/>
              </a:ext>
            </a:extLst>
          </p:cNvPr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>
              <a:extLst>
                <a:ext uri="{FF2B5EF4-FFF2-40B4-BE49-F238E27FC236}">
                  <a16:creationId xmlns="" xmlns:a16="http://schemas.microsoft.com/office/drawing/2014/main" id="{DE122907-AE55-D4AB-0A97-62A51C31AE4D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>
              <a:extLst>
                <a:ext uri="{FF2B5EF4-FFF2-40B4-BE49-F238E27FC236}">
                  <a16:creationId xmlns="" xmlns:a16="http://schemas.microsoft.com/office/drawing/2014/main" id="{1A2A6DCC-7E15-52F6-783E-563DE4EDE043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>
            <a:extLst>
              <a:ext uri="{FF2B5EF4-FFF2-40B4-BE49-F238E27FC236}">
                <a16:creationId xmlns="" xmlns:a16="http://schemas.microsoft.com/office/drawing/2014/main" id="{1B6F1BAB-47A0-DD22-93AF-14EAB24A6100}"/>
              </a:ext>
            </a:extLst>
          </p:cNvPr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>
              <a:extLst>
                <a:ext uri="{FF2B5EF4-FFF2-40B4-BE49-F238E27FC236}">
                  <a16:creationId xmlns="" xmlns:a16="http://schemas.microsoft.com/office/drawing/2014/main" id="{6D7F4897-BA88-6C0E-DA58-A9E65DADA3C9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>
              <a:extLst>
                <a:ext uri="{FF2B5EF4-FFF2-40B4-BE49-F238E27FC236}">
                  <a16:creationId xmlns="" xmlns:a16="http://schemas.microsoft.com/office/drawing/2014/main" id="{567B0E0F-78E1-D4C5-BB5E-6866A52ABF05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grpSp>
        <p:nvGrpSpPr>
          <p:cNvPr id="35" name="Group 35">
            <a:extLst>
              <a:ext uri="{FF2B5EF4-FFF2-40B4-BE49-F238E27FC236}">
                <a16:creationId xmlns="" xmlns:a16="http://schemas.microsoft.com/office/drawing/2014/main" id="{CDA9535A-AF12-0C77-A819-68E316B95B01}"/>
              </a:ext>
            </a:extLst>
          </p:cNvPr>
          <p:cNvGrpSpPr/>
          <p:nvPr/>
        </p:nvGrpSpPr>
        <p:grpSpPr>
          <a:xfrm>
            <a:off x="17170670" y="-178579"/>
            <a:ext cx="10994424" cy="10994424"/>
            <a:chOff x="0" y="0"/>
            <a:chExt cx="812800" cy="812800"/>
          </a:xfrm>
        </p:grpSpPr>
        <p:sp>
          <p:nvSpPr>
            <p:cNvPr id="36" name="Freeform 36">
              <a:extLst>
                <a:ext uri="{FF2B5EF4-FFF2-40B4-BE49-F238E27FC236}">
                  <a16:creationId xmlns="" xmlns:a16="http://schemas.microsoft.com/office/drawing/2014/main" id="{AB3566A7-7E62-ED9D-5F2B-3D6E594172EF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37" name="TextBox 37">
              <a:extLst>
                <a:ext uri="{FF2B5EF4-FFF2-40B4-BE49-F238E27FC236}">
                  <a16:creationId xmlns="" xmlns:a16="http://schemas.microsoft.com/office/drawing/2014/main" id="{3966596B-4DE4-21F6-F8EB-0B1F9C6C8A90}"/>
                </a:ext>
              </a:extLst>
            </p:cNvPr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3" name="TextBox 42">
            <a:extLst>
              <a:ext uri="{FF2B5EF4-FFF2-40B4-BE49-F238E27FC236}">
                <a16:creationId xmlns="" xmlns:a16="http://schemas.microsoft.com/office/drawing/2014/main" id="{9D65E6BB-7A3E-1F80-BE43-504A3408DC11}"/>
              </a:ext>
            </a:extLst>
          </p:cNvPr>
          <p:cNvSpPr txBox="1"/>
          <p:nvPr/>
        </p:nvSpPr>
        <p:spPr>
          <a:xfrm>
            <a:off x="152400" y="342900"/>
            <a:ext cx="1598754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SCREENSHOTS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="" xmlns:a16="http://schemas.microsoft.com/office/drawing/2014/main" id="{94CC6DFF-6FEB-8F4B-CAF5-E76C7611A2E6}"/>
              </a:ext>
            </a:extLst>
          </p:cNvPr>
          <p:cNvSpPr txBox="1"/>
          <p:nvPr/>
        </p:nvSpPr>
        <p:spPr>
          <a:xfrm>
            <a:off x="2209800" y="1638300"/>
            <a:ext cx="15082325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  <p:sp>
        <p:nvSpPr>
          <p:cNvPr id="2" name="TextBox 1">
            <a:extLst>
              <a:ext uri="{FF2B5EF4-FFF2-40B4-BE49-F238E27FC236}">
                <a16:creationId xmlns="" xmlns:a16="http://schemas.microsoft.com/office/drawing/2014/main" id="{A83177DF-34AF-881C-BCB8-8B1D28F88137}"/>
              </a:ext>
            </a:extLst>
          </p:cNvPr>
          <p:cNvSpPr txBox="1"/>
          <p:nvPr/>
        </p:nvSpPr>
        <p:spPr>
          <a:xfrm>
            <a:off x="2209800" y="1638300"/>
            <a:ext cx="15082325" cy="61247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Tx/>
              <a:buChar char="-"/>
            </a:pPr>
            <a:r>
              <a:rPr lang="en-US" sz="2800" dirty="0"/>
              <a:t>Database  Screenshot</a:t>
            </a:r>
          </a:p>
          <a:p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624443" y="2683366"/>
            <a:ext cx="13834757" cy="550813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="" xmlns:p14="http://schemas.microsoft.com/office/powerpoint/2010/main" val="81285108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70BAE0B8-142E-D0D5-8CE5-CDAFF622BB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>
            <a:extLst>
              <a:ext uri="{FF2B5EF4-FFF2-40B4-BE49-F238E27FC236}">
                <a16:creationId xmlns="" xmlns:a16="http://schemas.microsoft.com/office/drawing/2014/main" id="{721D0A46-DF62-C4D4-93A3-770E7FA1A3CF}"/>
              </a:ext>
            </a:extLst>
          </p:cNvPr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>
              <a:extLst>
                <a:ext uri="{FF2B5EF4-FFF2-40B4-BE49-F238E27FC236}">
                  <a16:creationId xmlns="" xmlns:a16="http://schemas.microsoft.com/office/drawing/2014/main" id="{6BB91226-36A0-791B-2055-8D97F3D86B1D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9" name="TextBox 9">
              <a:extLst>
                <a:ext uri="{FF2B5EF4-FFF2-40B4-BE49-F238E27FC236}">
                  <a16:creationId xmlns="" xmlns:a16="http://schemas.microsoft.com/office/drawing/2014/main" id="{A2BBED0F-DD02-AAD1-3F76-D0F8E85C0C35}"/>
                </a:ext>
              </a:extLst>
            </p:cNvPr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400" b="1" dirty="0">
                  <a:solidFill>
                    <a:srgbClr val="002060"/>
                  </a:solidFill>
                  <a:latin typeface="Gotham"/>
                  <a:ea typeface="Gotham"/>
                  <a:cs typeface="Gotham"/>
                  <a:sym typeface="Gotham"/>
                </a:rPr>
                <a:t>8(C)</a:t>
              </a:r>
            </a:p>
          </p:txBody>
        </p:sp>
      </p:grpSp>
      <p:grpSp>
        <p:nvGrpSpPr>
          <p:cNvPr id="10" name="Group 10">
            <a:extLst>
              <a:ext uri="{FF2B5EF4-FFF2-40B4-BE49-F238E27FC236}">
                <a16:creationId xmlns="" xmlns:a16="http://schemas.microsoft.com/office/drawing/2014/main" id="{65A3C88B-04DC-A47E-0356-87A549F96D58}"/>
              </a:ext>
            </a:extLst>
          </p:cNvPr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>
              <a:extLst>
                <a:ext uri="{FF2B5EF4-FFF2-40B4-BE49-F238E27FC236}">
                  <a16:creationId xmlns="" xmlns:a16="http://schemas.microsoft.com/office/drawing/2014/main" id="{46531C24-A29F-9990-335D-AFB961DD4996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2" name="TextBox 12">
              <a:extLst>
                <a:ext uri="{FF2B5EF4-FFF2-40B4-BE49-F238E27FC236}">
                  <a16:creationId xmlns="" xmlns:a16="http://schemas.microsoft.com/office/drawing/2014/main" id="{BA5570DD-E894-0384-E0F2-A671744612DC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3" name="Group 13">
            <a:extLst>
              <a:ext uri="{FF2B5EF4-FFF2-40B4-BE49-F238E27FC236}">
                <a16:creationId xmlns="" xmlns:a16="http://schemas.microsoft.com/office/drawing/2014/main" id="{D4097264-0588-7631-EBDE-C81DE5AF3E00}"/>
              </a:ext>
            </a:extLst>
          </p:cNvPr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>
              <a:extLst>
                <a:ext uri="{FF2B5EF4-FFF2-40B4-BE49-F238E27FC236}">
                  <a16:creationId xmlns="" xmlns:a16="http://schemas.microsoft.com/office/drawing/2014/main" id="{74A1D653-D426-46BB-4003-7CE9B4D05EB2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5" name="TextBox 15">
              <a:extLst>
                <a:ext uri="{FF2B5EF4-FFF2-40B4-BE49-F238E27FC236}">
                  <a16:creationId xmlns="" xmlns:a16="http://schemas.microsoft.com/office/drawing/2014/main" id="{F81BAC01-2121-7818-6EAE-F9BB825CEAA5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>
            <a:extLst>
              <a:ext uri="{FF2B5EF4-FFF2-40B4-BE49-F238E27FC236}">
                <a16:creationId xmlns="" xmlns:a16="http://schemas.microsoft.com/office/drawing/2014/main" id="{E45BFAF5-F83F-BF9E-9D7A-96CE0894650A}"/>
              </a:ext>
            </a:extLst>
          </p:cNvPr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>
              <a:extLst>
                <a:ext uri="{FF2B5EF4-FFF2-40B4-BE49-F238E27FC236}">
                  <a16:creationId xmlns="" xmlns:a16="http://schemas.microsoft.com/office/drawing/2014/main" id="{30E1610E-D574-D582-5C84-EB2BA9816FCB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>
              <a:extLst>
                <a:ext uri="{FF2B5EF4-FFF2-40B4-BE49-F238E27FC236}">
                  <a16:creationId xmlns="" xmlns:a16="http://schemas.microsoft.com/office/drawing/2014/main" id="{B0F0A83C-0F26-7F98-3A23-156673DF810A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9" name="Group 19">
            <a:extLst>
              <a:ext uri="{FF2B5EF4-FFF2-40B4-BE49-F238E27FC236}">
                <a16:creationId xmlns="" xmlns:a16="http://schemas.microsoft.com/office/drawing/2014/main" id="{E76F23A4-767C-772E-C82A-0450A41396CF}"/>
              </a:ext>
            </a:extLst>
          </p:cNvPr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>
              <a:extLst>
                <a:ext uri="{FF2B5EF4-FFF2-40B4-BE49-F238E27FC236}">
                  <a16:creationId xmlns="" xmlns:a16="http://schemas.microsoft.com/office/drawing/2014/main" id="{664BE5E7-3001-D554-BA63-2680E8C1350C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>
              <a:extLst>
                <a:ext uri="{FF2B5EF4-FFF2-40B4-BE49-F238E27FC236}">
                  <a16:creationId xmlns="" xmlns:a16="http://schemas.microsoft.com/office/drawing/2014/main" id="{B8220136-70D2-12F3-AB1E-882193C75421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>
            <a:extLst>
              <a:ext uri="{FF2B5EF4-FFF2-40B4-BE49-F238E27FC236}">
                <a16:creationId xmlns="" xmlns:a16="http://schemas.microsoft.com/office/drawing/2014/main" id="{170C7C49-5CC4-3654-8197-DD15632B2D50}"/>
              </a:ext>
            </a:extLst>
          </p:cNvPr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>
              <a:extLst>
                <a:ext uri="{FF2B5EF4-FFF2-40B4-BE49-F238E27FC236}">
                  <a16:creationId xmlns="" xmlns:a16="http://schemas.microsoft.com/office/drawing/2014/main" id="{0BF973EF-DC96-F1FC-26A7-84EF8B155840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>
              <a:extLst>
                <a:ext uri="{FF2B5EF4-FFF2-40B4-BE49-F238E27FC236}">
                  <a16:creationId xmlns="" xmlns:a16="http://schemas.microsoft.com/office/drawing/2014/main" id="{5EA6FCD8-8AAB-FB45-3575-143BCE2AB49F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5" name="Group 25">
            <a:extLst>
              <a:ext uri="{FF2B5EF4-FFF2-40B4-BE49-F238E27FC236}">
                <a16:creationId xmlns="" xmlns:a16="http://schemas.microsoft.com/office/drawing/2014/main" id="{BC0EDB35-97C4-CE9E-D083-4F7AE411C4FD}"/>
              </a:ext>
            </a:extLst>
          </p:cNvPr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>
              <a:extLst>
                <a:ext uri="{FF2B5EF4-FFF2-40B4-BE49-F238E27FC236}">
                  <a16:creationId xmlns="" xmlns:a16="http://schemas.microsoft.com/office/drawing/2014/main" id="{D27D8058-1A95-5F86-D7E4-8E02AE9285DF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>
              <a:extLst>
                <a:ext uri="{FF2B5EF4-FFF2-40B4-BE49-F238E27FC236}">
                  <a16:creationId xmlns="" xmlns:a16="http://schemas.microsoft.com/office/drawing/2014/main" id="{BEB3A4FA-F7AD-99E2-0FFD-4493B0D67331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8" name="Group 28">
            <a:extLst>
              <a:ext uri="{FF2B5EF4-FFF2-40B4-BE49-F238E27FC236}">
                <a16:creationId xmlns="" xmlns:a16="http://schemas.microsoft.com/office/drawing/2014/main" id="{5FAA8499-C4EE-7D6B-F539-D9B902F50822}"/>
              </a:ext>
            </a:extLst>
          </p:cNvPr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>
              <a:extLst>
                <a:ext uri="{FF2B5EF4-FFF2-40B4-BE49-F238E27FC236}">
                  <a16:creationId xmlns="" xmlns:a16="http://schemas.microsoft.com/office/drawing/2014/main" id="{CC4E7823-F99E-1769-2A44-7390CFBA9453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>
              <a:extLst>
                <a:ext uri="{FF2B5EF4-FFF2-40B4-BE49-F238E27FC236}">
                  <a16:creationId xmlns="" xmlns:a16="http://schemas.microsoft.com/office/drawing/2014/main" id="{6DA88E8A-46D1-8F18-FA89-02ADCD420447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>
            <a:extLst>
              <a:ext uri="{FF2B5EF4-FFF2-40B4-BE49-F238E27FC236}">
                <a16:creationId xmlns="" xmlns:a16="http://schemas.microsoft.com/office/drawing/2014/main" id="{2DFF0166-B528-2621-C295-D225309449B9}"/>
              </a:ext>
            </a:extLst>
          </p:cNvPr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>
              <a:extLst>
                <a:ext uri="{FF2B5EF4-FFF2-40B4-BE49-F238E27FC236}">
                  <a16:creationId xmlns="" xmlns:a16="http://schemas.microsoft.com/office/drawing/2014/main" id="{F2681B72-A304-B7BC-6FDC-A6AFE6DDBD3D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>
              <a:extLst>
                <a:ext uri="{FF2B5EF4-FFF2-40B4-BE49-F238E27FC236}">
                  <a16:creationId xmlns="" xmlns:a16="http://schemas.microsoft.com/office/drawing/2014/main" id="{3F8EBDFF-3148-B46A-6A14-9016A6C6BF6E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grpSp>
        <p:nvGrpSpPr>
          <p:cNvPr id="35" name="Group 35">
            <a:extLst>
              <a:ext uri="{FF2B5EF4-FFF2-40B4-BE49-F238E27FC236}">
                <a16:creationId xmlns="" xmlns:a16="http://schemas.microsoft.com/office/drawing/2014/main" id="{6223BAFA-E69A-1F37-0214-18F77569EC4B}"/>
              </a:ext>
            </a:extLst>
          </p:cNvPr>
          <p:cNvGrpSpPr/>
          <p:nvPr/>
        </p:nvGrpSpPr>
        <p:grpSpPr>
          <a:xfrm>
            <a:off x="17170670" y="-178579"/>
            <a:ext cx="10994424" cy="10994424"/>
            <a:chOff x="0" y="0"/>
            <a:chExt cx="812800" cy="812800"/>
          </a:xfrm>
        </p:grpSpPr>
        <p:sp>
          <p:nvSpPr>
            <p:cNvPr id="36" name="Freeform 36">
              <a:extLst>
                <a:ext uri="{FF2B5EF4-FFF2-40B4-BE49-F238E27FC236}">
                  <a16:creationId xmlns="" xmlns:a16="http://schemas.microsoft.com/office/drawing/2014/main" id="{8C36B7BB-DD63-3B7A-14A0-031E5DE6D67D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37" name="TextBox 37">
              <a:extLst>
                <a:ext uri="{FF2B5EF4-FFF2-40B4-BE49-F238E27FC236}">
                  <a16:creationId xmlns="" xmlns:a16="http://schemas.microsoft.com/office/drawing/2014/main" id="{D2E4D997-171D-378F-7B50-CFB33D4E2A5A}"/>
                </a:ext>
              </a:extLst>
            </p:cNvPr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3" name="TextBox 42">
            <a:extLst>
              <a:ext uri="{FF2B5EF4-FFF2-40B4-BE49-F238E27FC236}">
                <a16:creationId xmlns="" xmlns:a16="http://schemas.microsoft.com/office/drawing/2014/main" id="{4A2C77ED-FB44-69F8-C234-5BD3A7B38D58}"/>
              </a:ext>
            </a:extLst>
          </p:cNvPr>
          <p:cNvSpPr txBox="1"/>
          <p:nvPr/>
        </p:nvSpPr>
        <p:spPr>
          <a:xfrm>
            <a:off x="152400" y="342900"/>
            <a:ext cx="1598754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SCREENSHOTS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="" xmlns:a16="http://schemas.microsoft.com/office/drawing/2014/main" id="{B2E4F536-FA25-D6C4-EE7B-C964C7C6A666}"/>
              </a:ext>
            </a:extLst>
          </p:cNvPr>
          <p:cNvSpPr txBox="1"/>
          <p:nvPr/>
        </p:nvSpPr>
        <p:spPr>
          <a:xfrm>
            <a:off x="2209800" y="1638300"/>
            <a:ext cx="15082325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  <p:sp>
        <p:nvSpPr>
          <p:cNvPr id="2" name="TextBox 1">
            <a:extLst>
              <a:ext uri="{FF2B5EF4-FFF2-40B4-BE49-F238E27FC236}">
                <a16:creationId xmlns="" xmlns:a16="http://schemas.microsoft.com/office/drawing/2014/main" id="{78B98737-4D63-3144-795F-1443AC9A92EE}"/>
              </a:ext>
            </a:extLst>
          </p:cNvPr>
          <p:cNvSpPr txBox="1"/>
          <p:nvPr/>
        </p:nvSpPr>
        <p:spPr>
          <a:xfrm>
            <a:off x="2209800" y="1638300"/>
            <a:ext cx="15082325" cy="61247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Tx/>
              <a:buChar char="-"/>
            </a:pPr>
            <a:r>
              <a:rPr lang="en-US" sz="2800" dirty="0"/>
              <a:t>Database  Screenshot</a:t>
            </a:r>
          </a:p>
          <a:p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  <p:pic>
        <p:nvPicPr>
          <p:cNvPr id="5" name="Picture 4">
            <a:extLst>
              <a:ext uri="{FF2B5EF4-FFF2-40B4-BE49-F238E27FC236}">
                <a16:creationId xmlns="" xmlns:a16="http://schemas.microsoft.com/office/drawing/2014/main" id="{743578AC-9AE8-E58E-BE32-F9268908319A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395172" y="2874415"/>
            <a:ext cx="14100840" cy="5088486"/>
          </a:xfrm>
          <a:prstGeom prst="rect">
            <a:avLst/>
          </a:prstGeom>
        </p:spPr>
      </p:pic>
    </p:spTree>
    <p:extLst>
      <p:ext uri="{BB962C8B-B14F-4D97-AF65-F5344CB8AC3E}">
        <p14:creationId xmlns="" xmlns:p14="http://schemas.microsoft.com/office/powerpoint/2010/main" val="36016443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93EBAB55-7601-3C41-6F10-EE0F67F776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>
            <a:extLst>
              <a:ext uri="{FF2B5EF4-FFF2-40B4-BE49-F238E27FC236}">
                <a16:creationId xmlns="" xmlns:a16="http://schemas.microsoft.com/office/drawing/2014/main" id="{B9E2C662-B058-485B-BFC3-199F93F6D154}"/>
              </a:ext>
            </a:extLst>
          </p:cNvPr>
          <p:cNvGrpSpPr/>
          <p:nvPr/>
        </p:nvGrpSpPr>
        <p:grpSpPr>
          <a:xfrm>
            <a:off x="735588" y="7321525"/>
            <a:ext cx="992463" cy="992463"/>
            <a:chOff x="0" y="0"/>
            <a:chExt cx="812800" cy="812800"/>
          </a:xfrm>
        </p:grpSpPr>
        <p:sp>
          <p:nvSpPr>
            <p:cNvPr id="6" name="Freeform 6">
              <a:extLst>
                <a:ext uri="{FF2B5EF4-FFF2-40B4-BE49-F238E27FC236}">
                  <a16:creationId xmlns="" xmlns:a16="http://schemas.microsoft.com/office/drawing/2014/main" id="{F125CA7A-BCD4-5B7F-7069-AE7F5BD10A9F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7" name="TextBox 7">
              <a:extLst>
                <a:ext uri="{FF2B5EF4-FFF2-40B4-BE49-F238E27FC236}">
                  <a16:creationId xmlns="" xmlns:a16="http://schemas.microsoft.com/office/drawing/2014/main" id="{07E08158-57E2-530C-A7FD-5AF72088CFEA}"/>
                </a:ext>
              </a:extLst>
            </p:cNvPr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grpSp>
        <p:nvGrpSpPr>
          <p:cNvPr id="8" name="Group 8">
            <a:extLst>
              <a:ext uri="{FF2B5EF4-FFF2-40B4-BE49-F238E27FC236}">
                <a16:creationId xmlns="" xmlns:a16="http://schemas.microsoft.com/office/drawing/2014/main" id="{CB09EB64-B1EE-DA7A-E7DC-97163FE53167}"/>
              </a:ext>
            </a:extLst>
          </p:cNvPr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9" name="Freeform 9">
              <a:extLst>
                <a:ext uri="{FF2B5EF4-FFF2-40B4-BE49-F238E27FC236}">
                  <a16:creationId xmlns="" xmlns:a16="http://schemas.microsoft.com/office/drawing/2014/main" id="{4B04A57D-53E9-134E-70C7-51485932A21F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0" name="TextBox 10">
              <a:extLst>
                <a:ext uri="{FF2B5EF4-FFF2-40B4-BE49-F238E27FC236}">
                  <a16:creationId xmlns="" xmlns:a16="http://schemas.microsoft.com/office/drawing/2014/main" id="{AC0A25AD-0459-BAEA-2E7B-0D9279AE1BC5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1" name="Group 11">
            <a:extLst>
              <a:ext uri="{FF2B5EF4-FFF2-40B4-BE49-F238E27FC236}">
                <a16:creationId xmlns="" xmlns:a16="http://schemas.microsoft.com/office/drawing/2014/main" id="{E0EBC171-BEE8-2D5E-8755-EE50B2570259}"/>
              </a:ext>
            </a:extLst>
          </p:cNvPr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2" name="Freeform 12">
              <a:extLst>
                <a:ext uri="{FF2B5EF4-FFF2-40B4-BE49-F238E27FC236}">
                  <a16:creationId xmlns="" xmlns:a16="http://schemas.microsoft.com/office/drawing/2014/main" id="{E4000A93-AB8F-B573-E218-7434988FD581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3" name="TextBox 13">
              <a:extLst>
                <a:ext uri="{FF2B5EF4-FFF2-40B4-BE49-F238E27FC236}">
                  <a16:creationId xmlns="" xmlns:a16="http://schemas.microsoft.com/office/drawing/2014/main" id="{1228826C-BC2E-0DA0-107F-341F9D1A4945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4" name="Group 14">
            <a:extLst>
              <a:ext uri="{FF2B5EF4-FFF2-40B4-BE49-F238E27FC236}">
                <a16:creationId xmlns="" xmlns:a16="http://schemas.microsoft.com/office/drawing/2014/main" id="{7FD594E4-E181-FD3B-1C72-DE2D718C274A}"/>
              </a:ext>
            </a:extLst>
          </p:cNvPr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5" name="Freeform 15">
              <a:extLst>
                <a:ext uri="{FF2B5EF4-FFF2-40B4-BE49-F238E27FC236}">
                  <a16:creationId xmlns="" xmlns:a16="http://schemas.microsoft.com/office/drawing/2014/main" id="{C16DA90C-521A-EFE9-8EE9-CB3967A50953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6" name="TextBox 16">
              <a:extLst>
                <a:ext uri="{FF2B5EF4-FFF2-40B4-BE49-F238E27FC236}">
                  <a16:creationId xmlns="" xmlns:a16="http://schemas.microsoft.com/office/drawing/2014/main" id="{5A678428-7466-DB88-0126-41232DE4A0D2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7" name="Group 17">
            <a:extLst>
              <a:ext uri="{FF2B5EF4-FFF2-40B4-BE49-F238E27FC236}">
                <a16:creationId xmlns="" xmlns:a16="http://schemas.microsoft.com/office/drawing/2014/main" id="{91D279A8-BDAA-B12E-DD4B-9978E9D5005C}"/>
              </a:ext>
            </a:extLst>
          </p:cNvPr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18" name="Freeform 18">
              <a:extLst>
                <a:ext uri="{FF2B5EF4-FFF2-40B4-BE49-F238E27FC236}">
                  <a16:creationId xmlns="" xmlns:a16="http://schemas.microsoft.com/office/drawing/2014/main" id="{308F1BB3-7F58-DE0C-71F1-9782E0906192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9" name="TextBox 19">
              <a:extLst>
                <a:ext uri="{FF2B5EF4-FFF2-40B4-BE49-F238E27FC236}">
                  <a16:creationId xmlns="" xmlns:a16="http://schemas.microsoft.com/office/drawing/2014/main" id="{35F43F9B-B904-0414-7AA7-1E7959C4C9E9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0" name="Group 20">
            <a:extLst>
              <a:ext uri="{FF2B5EF4-FFF2-40B4-BE49-F238E27FC236}">
                <a16:creationId xmlns="" xmlns:a16="http://schemas.microsoft.com/office/drawing/2014/main" id="{311E9EBB-A9CE-A64F-FF44-F82C0D52AC32}"/>
              </a:ext>
            </a:extLst>
          </p:cNvPr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1" name="Freeform 21">
              <a:extLst>
                <a:ext uri="{FF2B5EF4-FFF2-40B4-BE49-F238E27FC236}">
                  <a16:creationId xmlns="" xmlns:a16="http://schemas.microsoft.com/office/drawing/2014/main" id="{DED3A9EA-E50F-553B-EDAA-87F95FD22807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2" name="TextBox 22">
              <a:extLst>
                <a:ext uri="{FF2B5EF4-FFF2-40B4-BE49-F238E27FC236}">
                  <a16:creationId xmlns="" xmlns:a16="http://schemas.microsoft.com/office/drawing/2014/main" id="{7E9C7CEA-D993-4107-0776-54AC90E20625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3" name="Group 23">
            <a:extLst>
              <a:ext uri="{FF2B5EF4-FFF2-40B4-BE49-F238E27FC236}">
                <a16:creationId xmlns="" xmlns:a16="http://schemas.microsoft.com/office/drawing/2014/main" id="{7B397A27-1CC9-9661-DA24-10B3E1042399}"/>
              </a:ext>
            </a:extLst>
          </p:cNvPr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4" name="Freeform 24">
              <a:extLst>
                <a:ext uri="{FF2B5EF4-FFF2-40B4-BE49-F238E27FC236}">
                  <a16:creationId xmlns="" xmlns:a16="http://schemas.microsoft.com/office/drawing/2014/main" id="{2A8CD899-9C63-11A3-805F-4CA0E12C7CB8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5" name="TextBox 25">
              <a:extLst>
                <a:ext uri="{FF2B5EF4-FFF2-40B4-BE49-F238E27FC236}">
                  <a16:creationId xmlns="" xmlns:a16="http://schemas.microsoft.com/office/drawing/2014/main" id="{1976C224-9A36-532E-5E8B-B738C9FBC3FF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6" name="Group 26">
            <a:extLst>
              <a:ext uri="{FF2B5EF4-FFF2-40B4-BE49-F238E27FC236}">
                <a16:creationId xmlns="" xmlns:a16="http://schemas.microsoft.com/office/drawing/2014/main" id="{E8CFE39F-6666-6E69-8980-5B55F6D56478}"/>
              </a:ext>
            </a:extLst>
          </p:cNvPr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7" name="Freeform 27">
              <a:extLst>
                <a:ext uri="{FF2B5EF4-FFF2-40B4-BE49-F238E27FC236}">
                  <a16:creationId xmlns="" xmlns:a16="http://schemas.microsoft.com/office/drawing/2014/main" id="{F859737D-AFDF-BDFC-6651-3B954F2DD46E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8" name="TextBox 28">
              <a:extLst>
                <a:ext uri="{FF2B5EF4-FFF2-40B4-BE49-F238E27FC236}">
                  <a16:creationId xmlns="" xmlns:a16="http://schemas.microsoft.com/office/drawing/2014/main" id="{B7B59B44-AD68-1549-9F86-A09D82459B58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9" name="Group 29">
            <a:extLst>
              <a:ext uri="{FF2B5EF4-FFF2-40B4-BE49-F238E27FC236}">
                <a16:creationId xmlns="" xmlns:a16="http://schemas.microsoft.com/office/drawing/2014/main" id="{3FACABC2-D51C-1EF5-0D1B-34B410283F2E}"/>
              </a:ext>
            </a:extLst>
          </p:cNvPr>
          <p:cNvGrpSpPr/>
          <p:nvPr/>
        </p:nvGrpSpPr>
        <p:grpSpPr>
          <a:xfrm>
            <a:off x="977741" y="6653894"/>
            <a:ext cx="508158" cy="543805"/>
            <a:chOff x="0" y="0"/>
            <a:chExt cx="812800" cy="869819"/>
          </a:xfrm>
        </p:grpSpPr>
        <p:sp>
          <p:nvSpPr>
            <p:cNvPr id="30" name="Freeform 30">
              <a:extLst>
                <a:ext uri="{FF2B5EF4-FFF2-40B4-BE49-F238E27FC236}">
                  <a16:creationId xmlns="" xmlns:a16="http://schemas.microsoft.com/office/drawing/2014/main" id="{6DD43112-BD1E-86D9-D9C6-3C97559FC56A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1" name="TextBox 31">
              <a:extLst>
                <a:ext uri="{FF2B5EF4-FFF2-40B4-BE49-F238E27FC236}">
                  <a16:creationId xmlns="" xmlns:a16="http://schemas.microsoft.com/office/drawing/2014/main" id="{C34845E4-4A4B-0A81-5A55-140048165790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44" name="Group 44">
            <a:extLst>
              <a:ext uri="{FF2B5EF4-FFF2-40B4-BE49-F238E27FC236}">
                <a16:creationId xmlns="" xmlns:a16="http://schemas.microsoft.com/office/drawing/2014/main" id="{FBD0A79F-CA0B-2560-37ED-E07624B11027}"/>
              </a:ext>
            </a:extLst>
          </p:cNvPr>
          <p:cNvGrpSpPr/>
          <p:nvPr/>
        </p:nvGrpSpPr>
        <p:grpSpPr>
          <a:xfrm>
            <a:off x="16786360" y="-353712"/>
            <a:ext cx="10994424" cy="10994424"/>
            <a:chOff x="0" y="0"/>
            <a:chExt cx="812800" cy="812800"/>
          </a:xfrm>
        </p:grpSpPr>
        <p:sp>
          <p:nvSpPr>
            <p:cNvPr id="45" name="Freeform 45">
              <a:extLst>
                <a:ext uri="{FF2B5EF4-FFF2-40B4-BE49-F238E27FC236}">
                  <a16:creationId xmlns="" xmlns:a16="http://schemas.microsoft.com/office/drawing/2014/main" id="{25583CD3-FA12-1B53-043B-9FE4E18BA021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619125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46" name="TextBox 46">
              <a:extLst>
                <a:ext uri="{FF2B5EF4-FFF2-40B4-BE49-F238E27FC236}">
                  <a16:creationId xmlns="" xmlns:a16="http://schemas.microsoft.com/office/drawing/2014/main" id="{FA405478-0BA8-4A85-A81A-B9346174FE61}"/>
                </a:ext>
              </a:extLst>
            </p:cNvPr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" name="TextBox 1">
            <a:extLst>
              <a:ext uri="{FF2B5EF4-FFF2-40B4-BE49-F238E27FC236}">
                <a16:creationId xmlns="" xmlns:a16="http://schemas.microsoft.com/office/drawing/2014/main" id="{BC926643-39EA-932E-6755-230476B3078D}"/>
              </a:ext>
            </a:extLst>
          </p:cNvPr>
          <p:cNvSpPr txBox="1"/>
          <p:nvPr/>
        </p:nvSpPr>
        <p:spPr>
          <a:xfrm>
            <a:off x="190500" y="290493"/>
            <a:ext cx="1612292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ADVANTAGES &amp; LIMITATIONS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="" xmlns:a16="http://schemas.microsoft.com/office/drawing/2014/main" id="{616F78BF-E769-3A6A-0A1A-2EB29C77CE73}"/>
              </a:ext>
            </a:extLst>
          </p:cNvPr>
          <p:cNvSpPr txBox="1"/>
          <p:nvPr/>
        </p:nvSpPr>
        <p:spPr>
          <a:xfrm>
            <a:off x="2209800" y="1943383"/>
            <a:ext cx="14576560" cy="72943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Advantages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Centralized system for managing all campus events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Reduces manual work and paperwork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Easy event registration for students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Improves communication and participation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real-time data and analytics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Secure and scalable application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Limitations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Requires internet connectivity to access the system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Initial setup and development cost is high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Requires technical knowledge for maintenance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Dependent on system/server availability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Limited features without further upgrades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="" xmlns:p14="http://schemas.microsoft.com/office/powerpoint/2010/main" val="183897679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TextBox 43"/>
          <p:cNvSpPr txBox="1"/>
          <p:nvPr/>
        </p:nvSpPr>
        <p:spPr>
          <a:xfrm>
            <a:off x="3200400" y="4486172"/>
            <a:ext cx="11159653" cy="131465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0149"/>
              </a:lnSpc>
            </a:pPr>
            <a:r>
              <a:rPr lang="en-US" sz="11153" b="1" i="1" dirty="0">
                <a:solidFill>
                  <a:srgbClr val="191919"/>
                </a:solidFill>
                <a:latin typeface="Gotham Bold Italics"/>
                <a:ea typeface="Gotham Bold Italics"/>
                <a:cs typeface="Gotham Bold Italics"/>
                <a:sym typeface="Gotham Bold Italics"/>
              </a:rPr>
              <a:t>Thank you</a:t>
            </a:r>
          </a:p>
        </p:txBody>
      </p:sp>
      <p:grpSp>
        <p:nvGrpSpPr>
          <p:cNvPr id="44" name="Group 44"/>
          <p:cNvGrpSpPr/>
          <p:nvPr/>
        </p:nvGrpSpPr>
        <p:grpSpPr>
          <a:xfrm>
            <a:off x="16786360" y="-353712"/>
            <a:ext cx="10994424" cy="10994424"/>
            <a:chOff x="0" y="0"/>
            <a:chExt cx="812800" cy="812800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619125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409</TotalTime>
  <Words>1242</Words>
  <Application>Microsoft Office PowerPoint</Application>
  <PresentationFormat>Custom</PresentationFormat>
  <Paragraphs>737</Paragraphs>
  <Slides>27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6" baseType="lpstr">
      <vt:lpstr>Arial</vt:lpstr>
      <vt:lpstr>Calibri</vt:lpstr>
      <vt:lpstr>Cambria</vt:lpstr>
      <vt:lpstr>Bookman Old Style</vt:lpstr>
      <vt:lpstr>Times New Roman</vt:lpstr>
      <vt:lpstr>Gotham</vt:lpstr>
      <vt:lpstr>Wingdings</vt:lpstr>
      <vt:lpstr>Gotham Bold Italics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White and Orange Simple Portfolio Presentation</dc:title>
  <dc:creator>hanvitha bingimalla</dc:creator>
  <cp:lastModifiedBy>HP</cp:lastModifiedBy>
  <cp:revision>16</cp:revision>
  <dcterms:created xsi:type="dcterms:W3CDTF">2006-08-16T00:00:00Z</dcterms:created>
  <dcterms:modified xsi:type="dcterms:W3CDTF">2026-05-05T18:08:59Z</dcterms:modified>
  <dc:identifier>DAHCaYqJ9OU</dc:identifier>
</cp:coreProperties>
</file>